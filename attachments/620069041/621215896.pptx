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Override2.xml" ContentType="application/vnd.openxmlformats-officedocument.themeOverr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  <p:sldMasterId id="2147483672" r:id="rId3"/>
  </p:sldMasterIdLst>
  <p:notesMasterIdLst>
    <p:notesMasterId r:id="rId15"/>
  </p:notesMasterIdLst>
  <p:sldIdLst>
    <p:sldId id="2147474122" r:id="rId4"/>
    <p:sldId id="2147473973" r:id="rId5"/>
    <p:sldId id="2147473718" r:id="rId6"/>
    <p:sldId id="2147473947" r:id="rId7"/>
    <p:sldId id="2147474125" r:id="rId8"/>
    <p:sldId id="2147473703" r:id="rId9"/>
    <p:sldId id="2147473704" r:id="rId10"/>
    <p:sldId id="2147474128" r:id="rId11"/>
    <p:sldId id="2147474127" r:id="rId12"/>
    <p:sldId id="2147473903" r:id="rId13"/>
    <p:sldId id="2147474007" r:id="rId1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23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65B01-4606-40AC-93E3-AD2387E162FF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9790-A626-4BEA-BF0F-DDF08C24D8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667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0098C-8744-4235-CCDC-D177C4E75A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4BCB922-72D5-234C-8D93-FB6B96B41EAE}" type="datetime1">
              <a:rPr lang="en-US" smtClean="0"/>
              <a:t>10/14/2025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42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2B841-6AF7-D9CC-9C5F-9B654AC0ED5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5C151D-6355-E34E-942A-73B02B2310D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490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2E8E8-5481-D44D-8AA8-FAA8A5379D6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C3451-3894-2743-8B27-A8A781FE461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563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1BDF96-D5CA-4A74-A36D-818AC70E8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ECD43-0538-E679-8DCF-B7F8AA293D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D0E16-2FF9-9543-B142-63A853B650E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11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2.xml"/><Relationship Id="rId1" Type="http://schemas.openxmlformats.org/officeDocument/2006/relationships/themeOverride" Target="../theme/themeOverride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1554-0B53-2587-EC2F-D03BC964E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E1AED-5447-3690-8F15-2D8041A8D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4C3C-13FA-603C-F749-35A310D2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178B8-648F-FA4C-7A3E-D0720E16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233B6-EE01-4815-1E13-91C826EA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230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34A1-18C3-E011-4D4B-69A6BBB9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FA1F9-CE72-7D2A-1F87-CF4C4D42D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C6940-FD8A-FEA5-02B5-E09101D2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22F36-352C-2D84-1806-95F3879B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EC60-4E99-955A-B2BA-85F3BF48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705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51D8-FED3-5A3B-63C4-B4D853B3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F1D19-ED80-61C7-BA49-73B478941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FED45-C2E9-2838-8A1C-821EC4BD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B3F6-1940-840B-C4FC-18EFBB4B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FCE7-C650-62F9-735D-89AE925D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702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2264-7ABE-AF39-3DE9-C9ACEC8D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32F8-7552-778A-F91C-277687A6B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55F03-B3F7-AE77-C429-2C84695EA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B0272-C606-4C75-7806-3456E0B8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1EC23-EFA0-1CBA-B495-AF46FF00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4F652-53D8-48B4-B3FB-BC3AE3FC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839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E5C9-8281-B024-B070-C51AA08A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2FD01-9A24-7235-6559-E3393ED64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D6E39-237B-0619-7ED1-48C3D9A48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F92D5-F876-7CD4-DE56-D241467AC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4824C-5314-FFC0-640A-085470959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D4B77-AE2A-5236-BDD9-CE7409F4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F31DE-DBDE-EF1F-D618-D337A22F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C9304-AD61-986E-1F19-2FEC89B4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3026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44C0-DD13-49D5-DE41-A4B7BB95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61574-3574-E555-E326-42D68AF6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9789B-5B46-1744-2A79-E8F62F02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7C447-451C-EE6A-9FC8-0A5CA801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75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5F718-5031-4476-3A9F-DAB92071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44525-91E6-DE02-B191-A0CAC369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A48D7-32C0-4B2F-99D3-A8903AEF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078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A63C-36DF-46DA-4948-252639B86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58255-08DF-5250-5A04-5DFA45D85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F4432-742C-232E-7C8E-55CE85B27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EE2A-0FA5-47AC-E078-FBB18D7A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E770D-0E99-C4C5-FE0B-00155AA2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9A5BC-6419-DB54-94FA-F0892E55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799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DCB1-C368-1F31-B1B5-AF91A0B1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F9436-D05B-4AC7-F506-08B0175C6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53843-BC34-FBA3-5764-5CD8625B8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6334-7642-9DC5-7408-38A0D940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7F8F2-FA24-8C21-5C10-413194F3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2C14B-691A-E562-9384-0BB7DC58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658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13CB-FD04-08D5-A1CB-0DACC219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1CD95-F3CA-1D07-A059-93549E71C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00ED-677B-9605-1539-BC6A8C49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651B-F93F-6511-BE6D-DDBCDF52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109B-DE6B-6542-209F-335DCEF8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611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CF98C-1593-9728-4C99-4D1AEB301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D46B0-A071-30D0-7346-C980DE443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05F98-5D8F-DC9C-A13C-F40922B0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BE8B3-7191-743F-3C34-BEADF07B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39D01-FAB1-E1F6-49E4-9E2B984A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7289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30000">
                <a:schemeClr val="accent3">
                  <a:alpha val="30886"/>
                </a:schemeClr>
              </a:gs>
              <a:gs pos="1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tx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tx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3943" y="1205724"/>
            <a:ext cx="2447669" cy="5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4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48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Text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6365812" y="6727852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F898E205-199B-37F2-6FAD-1ED8AABCB210}"/>
              </a:ext>
            </a:extLst>
          </p:cNvPr>
          <p:cNvSpPr txBox="1"/>
          <p:nvPr userDrawn="1"/>
        </p:nvSpPr>
        <p:spPr>
          <a:xfrm>
            <a:off x="7243763" y="157163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nl-BE" sz="1600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C0FF5224-8022-8776-1E47-8EF788242641}"/>
              </a:ext>
            </a:extLst>
          </p:cNvPr>
          <p:cNvSpPr txBox="1"/>
          <p:nvPr userDrawn="1"/>
        </p:nvSpPr>
        <p:spPr>
          <a:xfrm>
            <a:off x="12087225" y="71438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nl-BE" sz="1600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169D733-98A1-FAB9-3253-AA81239167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71938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5909FA9-5895-59D9-338B-B8B3A05E28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1" y="1638300"/>
            <a:ext cx="10515599" cy="3204993"/>
          </a:xfrm>
          <a:prstGeom prst="rect">
            <a:avLst/>
          </a:prstGeom>
        </p:spPr>
        <p:txBody>
          <a:bodyPr lIns="0" rIns="0"/>
          <a:lstStyle>
            <a:lvl1pPr marL="177800" indent="-177800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1pPr>
            <a:lvl2pPr marL="357188" indent="-179388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2pPr>
            <a:lvl3pPr marL="536575" indent="-179388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3pPr>
            <a:lvl4pPr marL="714375" indent="-177800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4pPr>
            <a:lvl5pPr marL="893763" indent="-179388">
              <a:lnSpc>
                <a:spcPct val="120000"/>
              </a:lnSpc>
              <a:tabLst/>
              <a:defRPr spc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B8B7C3F-03E9-56E0-F759-0BBD7B34F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71482"/>
            <a:ext cx="10515600" cy="600456"/>
          </a:xfrm>
          <a:prstGeom prst="rect">
            <a:avLst/>
          </a:prstGeom>
        </p:spPr>
        <p:txBody>
          <a:bodyPr lIns="0" rIns="0" anchor="ctr" anchorCtr="0"/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761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EF81821-C345-2C91-7E03-C69661B1E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89868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13F8D0-B5D6-74E4-D0A6-6A5CA0AD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89412"/>
            <a:ext cx="10515600" cy="600456"/>
          </a:xfrm>
          <a:prstGeom prst="rect">
            <a:avLst/>
          </a:prstGeom>
        </p:spPr>
        <p:txBody>
          <a:bodyPr lIns="0" rIns="0" anchor="ctr" anchorCtr="0"/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35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sclaimer-English (United States)">
            <a:extLst>
              <a:ext uri="{FF2B5EF4-FFF2-40B4-BE49-F238E27FC236}">
                <a16:creationId xmlns:a16="http://schemas.microsoft.com/office/drawing/2014/main" id="{35BA136D-9368-5546-B2BA-488E18CCE2A4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D4C0B8F-504D-4C88-64D0-FED6F18727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1" y="3677888"/>
            <a:ext cx="10496061" cy="363176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F9CB2A-630F-353F-8C2A-93963ABC39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2155076"/>
            <a:ext cx="10496062" cy="1522688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marL="7938" indent="0" algn="l">
              <a:tabLst/>
              <a:defRPr lang="en-US" sz="4800" b="0" i="0" spc="-20">
                <a:solidFill>
                  <a:schemeClr val="accent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77049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ed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CE07814-D950-7C73-611F-12486C23F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54" y="3590835"/>
            <a:ext cx="6493891" cy="3631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0F071-6068-0153-5DF2-6959FBA61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422" y="3080544"/>
            <a:ext cx="8417156" cy="51029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defRPr lang="en-US" sz="4800" b="0" i="0" spc="-20">
                <a:solidFill>
                  <a:schemeClr val="accent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7891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ility Slides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47EAE3-8A4F-B426-ACF4-513792636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8524" y="1638300"/>
            <a:ext cx="6814876" cy="5029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9525" indent="0" algn="l">
              <a:buNone/>
              <a:tabLst/>
              <a:defRPr sz="1400">
                <a:solidFill>
                  <a:schemeClr val="accent1"/>
                </a:solidFill>
              </a:defRPr>
            </a:lvl1pPr>
            <a:lvl2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accent1"/>
                </a:solidFill>
              </a:defRPr>
            </a:lvl2pPr>
            <a:lvl3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accent1"/>
                </a:solidFill>
              </a:defRPr>
            </a:lvl4pPr>
            <a:lvl5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3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F983174-08FC-278E-1BD4-45862540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524" y="365125"/>
            <a:ext cx="9939076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259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8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7000"/>
                  <a:lumMod val="100000"/>
                </a:schemeClr>
              </a:gs>
              <a:gs pos="34000">
                <a:schemeClr val="accent3">
                  <a:alpha val="30886"/>
                </a:schemeClr>
              </a:gs>
              <a:gs pos="0">
                <a:schemeClr val="accent6">
                  <a:alpha val="35158"/>
                </a:schemeClr>
              </a:gs>
              <a:gs pos="67000">
                <a:schemeClr val="bg1">
                  <a:lumMod val="75000"/>
                  <a:alpha val="66000"/>
                </a:schemeClr>
              </a:gs>
              <a:gs pos="100000">
                <a:schemeClr val="bg2">
                  <a:lumMod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accent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bg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GB" dirty="0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3943" y="1206925"/>
            <a:ext cx="2447669" cy="50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4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BB3D156-9B47-0514-A42D-089E70DDB8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65581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C1850-3B42-6DE4-C775-5A59E44986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1" y="1652587"/>
            <a:ext cx="10515599" cy="3204993"/>
          </a:xfrm>
          <a:prstGeom prst="rect">
            <a:avLst/>
          </a:prstGeom>
        </p:spPr>
        <p:txBody>
          <a:bodyPr lIns="0" rIns="0"/>
          <a:lstStyle>
            <a:lvl1pPr marL="177800" indent="-177800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1pPr>
            <a:lvl2pPr marL="357188" indent="-179388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2pPr>
            <a:lvl3pPr marL="536575" indent="-179388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3pPr>
            <a:lvl4pPr marL="714375" indent="-177800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4pPr>
            <a:lvl5pPr marL="893763" indent="-179388">
              <a:lnSpc>
                <a:spcPct val="120000"/>
              </a:lnSpc>
              <a:tabLst/>
              <a:defRPr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EFA43-6817-7337-CF67-57950D39D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65125"/>
            <a:ext cx="105156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515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329C7A-4B4D-DFD6-7940-EA4B4EF9E0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65581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51DFC1-D76F-91F1-67F2-398EC0F0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65125"/>
            <a:ext cx="105156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4433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lumns 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51DFC1-D76F-91F1-67F2-398EC0F0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662587"/>
            <a:ext cx="104013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0059C-6BE6-51F3-214B-BFC5D64184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0" y="2800562"/>
            <a:ext cx="10401300" cy="3866938"/>
          </a:xfrm>
          <a:prstGeom prst="rect">
            <a:avLst/>
          </a:prstGeom>
        </p:spPr>
        <p:txBody>
          <a:bodyPr lIns="0" rIns="0" numCol="2" spcCol="720000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3623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Sub Titles + 2 Columns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329C7A-4B4D-DFD6-7940-EA4B4EF9E0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2866098"/>
            <a:ext cx="482300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51DFC1-D76F-91F1-67F2-398EC0F0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1662587"/>
            <a:ext cx="10515600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C9AA85-E4BD-6EC3-B832-EEAB4D00C6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4590" y="2866098"/>
            <a:ext cx="482300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FCFE9-0422-DEB2-5D5B-B2B0C5FDE3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300" y="3445772"/>
            <a:ext cx="4823010" cy="290528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1DB9CAB-53E9-F7F7-1699-57A345CABC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4590" y="3445772"/>
            <a:ext cx="4823010" cy="2905287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6851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sclaimer-English (United States)">
            <a:extLst>
              <a:ext uri="{FF2B5EF4-FFF2-40B4-BE49-F238E27FC236}">
                <a16:creationId xmlns:a16="http://schemas.microsoft.com/office/drawing/2014/main" id="{35BA136D-9368-5546-B2BA-488E18CCE2A4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bg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bg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D4C0B8F-504D-4C88-64D0-FED6F18727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1" y="3644570"/>
            <a:ext cx="10496061" cy="26793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F9CB2A-630F-353F-8C2A-93963ABC39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2305658"/>
            <a:ext cx="10496062" cy="1123342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>
            <a:lvl1pPr marL="7938" indent="0" algn="l">
              <a:tabLst/>
              <a:defRPr lang="en-US" sz="4800" b="0" i="0" spc="-20">
                <a:solidFill>
                  <a:schemeClr val="tx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2541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ed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CE07814-D950-7C73-611F-12486C23F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54" y="3590835"/>
            <a:ext cx="6493891" cy="3631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pc="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bg1"/>
                </a:solidFill>
              </a:defRPr>
            </a:lvl2pPr>
            <a:lvl3pPr marL="1005840" indent="0" algn="ctr">
              <a:buNone/>
              <a:defRPr>
                <a:solidFill>
                  <a:schemeClr val="bg1"/>
                </a:solidFill>
              </a:defRPr>
            </a:lvl3pPr>
            <a:lvl4pPr marL="1463040" indent="0" algn="ctr">
              <a:buNone/>
              <a:defRPr>
                <a:solidFill>
                  <a:schemeClr val="bg1"/>
                </a:solidFill>
              </a:defRPr>
            </a:lvl4pPr>
            <a:lvl5pPr marL="192024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short subtext. Delete if not needed.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0F071-6068-0153-5DF2-6959FBA61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422" y="3080544"/>
            <a:ext cx="8417156" cy="51029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defRPr lang="en-US" sz="4800" b="0" i="0" spc="-20">
                <a:solidFill>
                  <a:schemeClr val="tx1"/>
                </a:solidFill>
                <a:latin typeface="Lexend Medium" pitchFamily="2" charset="77"/>
                <a:ea typeface="Lexend Medium" pitchFamily="2" charset="77"/>
                <a:cs typeface="Lexend Medium" pitchFamily="2" charset="77"/>
              </a:defRPr>
            </a:lvl1pPr>
          </a:lstStyle>
          <a:p>
            <a:pPr lvl="0"/>
            <a:r>
              <a:rPr lang="en-US" dirty="0"/>
              <a:t>Section Divider – Capitalize Each Word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2997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0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ility Slides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47EAE3-8A4F-B426-ACF4-513792636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8524" y="1638300"/>
            <a:ext cx="6814876" cy="5029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9525" indent="0" algn="l">
              <a:buNone/>
              <a:tabLst/>
              <a:defRPr sz="1400">
                <a:solidFill>
                  <a:schemeClr val="tx1"/>
                </a:solidFill>
              </a:defRPr>
            </a:lvl1pPr>
            <a:lvl2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3pPr>
            <a:lvl4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4pPr>
            <a:lvl5pPr marL="295275" indent="-285750" algn="l"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F983174-08FC-278E-1BD4-45862540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524" y="365125"/>
            <a:ext cx="9939076" cy="600456"/>
          </a:xfrm>
          <a:prstGeom prst="rect">
            <a:avLst/>
          </a:prstGeom>
        </p:spPr>
        <p:txBody>
          <a:bodyPr lIns="0" rIns="0" anchor="ctr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1413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30000">
                <a:schemeClr val="accent3">
                  <a:alpha val="30886"/>
                </a:schemeClr>
              </a:gs>
              <a:gs pos="1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tx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tx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3943" y="1205724"/>
            <a:ext cx="2447669" cy="5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3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microsoft.com/office/2007/relationships/hdphoto" Target="../media/hdphoto2.wdp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7.xml"/><Relationship Id="rId9" Type="http://schemas.openxmlformats.org/officeDocument/2006/relationships/tags" Target="../tags/tag2.xml"/><Relationship Id="rId14" Type="http://schemas.openxmlformats.org/officeDocument/2006/relationships/image" Target="../media/image7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microsoft.com/office/2007/relationships/hdphoto" Target="../media/hdphoto4.wdp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10.png"/><Relationship Id="rId17" Type="http://schemas.openxmlformats.org/officeDocument/2006/relationships/image" Target="../media/image13.svg"/><Relationship Id="rId2" Type="http://schemas.openxmlformats.org/officeDocument/2006/relationships/slideLayout" Target="../slideLayouts/slideLayout22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ags" Target="../tags/tag8.xml"/><Relationship Id="rId5" Type="http://schemas.openxmlformats.org/officeDocument/2006/relationships/slideLayout" Target="../slideLayouts/slideLayout25.xml"/><Relationship Id="rId15" Type="http://schemas.microsoft.com/office/2007/relationships/hdphoto" Target="../media/hdphoto5.wdp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000FFB-C85D-0240-E82C-FBF6F702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B7336-8C8B-FE75-C8ED-AEFE2029F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FA4D9-F9D1-485D-3C29-40DE3F5A2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4134D-7E15-407A-8435-7184106C40D7}" type="datetimeFigureOut">
              <a:rPr lang="en-NL" smtClean="0"/>
              <a:t>14/10/2025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6FEB3-0E0A-E0E1-BACE-51F9FC674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F0D5F-418A-6B19-9342-CA77A0AEA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855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2">
                <a:lumMod val="92000"/>
                <a:lumOff val="8000"/>
              </a:schemeClr>
            </a:gs>
            <a:gs pos="0">
              <a:schemeClr val="bg1">
                <a:lumMod val="95000"/>
              </a:schemeClr>
            </a:gs>
            <a:gs pos="98000">
              <a:schemeClr val="bg1"/>
            </a:gs>
          </a:gsLst>
          <a:path path="circle">
            <a:fillToRect l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7BF611A-8286-C7D0-B98B-155872C93A84}"/>
              </a:ext>
            </a:extLst>
          </p:cNvPr>
          <p:cNvGrpSpPr/>
          <p:nvPr userDrawn="1"/>
        </p:nvGrpSpPr>
        <p:grpSpPr>
          <a:xfrm>
            <a:off x="9336343" y="-130410"/>
            <a:ext cx="3371923" cy="7118819"/>
            <a:chOff x="9327634" y="-155759"/>
            <a:chExt cx="3371923" cy="711881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127CE25-6361-AAF8-4F51-BCEB2D97F72C}"/>
                </a:ext>
              </a:extLst>
            </p:cNvPr>
            <p:cNvGrpSpPr/>
            <p:nvPr userDrawn="1"/>
          </p:nvGrpSpPr>
          <p:grpSpPr>
            <a:xfrm>
              <a:off x="9327634" y="-155759"/>
              <a:ext cx="3371923" cy="7118819"/>
              <a:chOff x="9327634" y="-155759"/>
              <a:chExt cx="3371923" cy="7118819"/>
            </a:xfrm>
          </p:grpSpPr>
          <p:pic>
            <p:nvPicPr>
              <p:cNvPr id="3" name="Picture 16" descr="A white lines on a black background&#10;&#10;Description automatically generated">
                <a:extLst>
                  <a:ext uri="{FF2B5EF4-FFF2-40B4-BE49-F238E27FC236}">
                    <a16:creationId xmlns:a16="http://schemas.microsoft.com/office/drawing/2014/main" id="{D57DFD89-2408-256D-DBE9-3B1062EBDFD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0" cstate="screen">
                <a:duotone>
                  <a:prstClr val="black"/>
                  <a:schemeClr val="tx1">
                    <a:lumMod val="50000"/>
                    <a:lumOff val="50000"/>
                    <a:tint val="45000"/>
                    <a:satMod val="400000"/>
                  </a:schemeClr>
                </a:duotone>
                <a:alphaModFix amt="81000"/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sharpenSoften amount="62000"/>
                        </a14:imgEffect>
                        <a14:imgEffect>
                          <a14:brightnessContrast bright="13000" contras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5723844" flipH="1">
                <a:off x="8019333" y="2282836"/>
                <a:ext cx="7118819" cy="2241629"/>
              </a:xfrm>
              <a:prstGeom prst="rect">
                <a:avLst/>
              </a:prstGeom>
            </p:spPr>
          </p:pic>
          <p:pic>
            <p:nvPicPr>
              <p:cNvPr id="7" name="Graphic 9">
                <a:extLst>
                  <a:ext uri="{FF2B5EF4-FFF2-40B4-BE49-F238E27FC236}">
                    <a16:creationId xmlns:a16="http://schemas.microsoft.com/office/drawing/2014/main" id="{7D799F13-81CD-8332-955F-7AE08E57A00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 cstate="screen">
                <a:alphaModFix amt="1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327634" y="45791"/>
                <a:ext cx="2864366" cy="6812209"/>
              </a:xfrm>
              <a:prstGeom prst="rect">
                <a:avLst/>
              </a:prstGeom>
              <a:noFill/>
            </p:spPr>
          </p:pic>
        </p:grp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64D9ABAF-1538-3E0B-EABF-8164FDBE62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11493477" y="128909"/>
              <a:ext cx="313989" cy="313989"/>
            </a:xfrm>
            <a:prstGeom prst="rect">
              <a:avLst/>
            </a:prstGeom>
          </p:spPr>
        </p:pic>
      </p:grpSp>
      <p:sp>
        <p:nvSpPr>
          <p:cNvPr id="4" name="Disclaimer-English (United States)">
            <a:extLst>
              <a:ext uri="{FF2B5EF4-FFF2-40B4-BE49-F238E27FC236}">
                <a16:creationId xmlns:a16="http://schemas.microsoft.com/office/drawing/2014/main" id="{4967612C-8E7D-9533-40CB-B02510C5F5E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>
                  <a:lumMod val="75000"/>
                  <a:lumOff val="2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2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spc="-50" baseline="0">
          <a:solidFill>
            <a:schemeClr val="accent1"/>
          </a:solidFill>
          <a:latin typeface="Lexend Medium" pitchFamily="2" charset="77"/>
          <a:ea typeface="+mj-ea"/>
          <a:cs typeface="+mj-cs"/>
        </a:defRPr>
      </a:lvl1pPr>
    </p:titleStyle>
    <p:bodyStyle>
      <a:lvl1pPr marL="228600" indent="-137160" algn="l" defTabSz="914400" rtl="0" eaLnBrk="1" latinLnBrk="0" hangingPunct="1">
        <a:lnSpc>
          <a:spcPct val="120000"/>
        </a:lnSpc>
        <a:spcBef>
          <a:spcPts val="10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1pPr>
      <a:lvl2pPr marL="6858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2pPr>
      <a:lvl3pPr marL="11430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3pPr>
      <a:lvl4pPr marL="16002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4pPr>
      <a:lvl5pPr marL="20574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2">
              <a:lumMod val="75000"/>
              <a:lumOff val="25000"/>
            </a:schemeClr>
          </a:solidFill>
          <a:latin typeface="Lexend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96">
          <p15:clr>
            <a:srgbClr val="F26B43"/>
          </p15:clr>
        </p15:guide>
        <p15:guide id="4" pos="7584">
          <p15:clr>
            <a:srgbClr val="F26B43"/>
          </p15:clr>
        </p15:guide>
        <p15:guide id="5" orient="horz" pos="4200">
          <p15:clr>
            <a:srgbClr val="F26B43"/>
          </p15:clr>
        </p15:guide>
        <p15:guide id="6" orient="horz" pos="96">
          <p15:clr>
            <a:srgbClr val="F26B43"/>
          </p15:clr>
        </p15:guide>
        <p15:guide id="7" pos="7104">
          <p15:clr>
            <a:srgbClr val="F26B43"/>
          </p15:clr>
        </p15:guide>
        <p15:guide id="8" pos="5712">
          <p15:clr>
            <a:srgbClr val="F26B43"/>
          </p15:clr>
        </p15:guide>
        <p15:guide id="9" pos="1968">
          <p15:clr>
            <a:srgbClr val="F26B43"/>
          </p15:clr>
        </p15:guide>
        <p15:guide id="10" pos="2544">
          <p15:clr>
            <a:srgbClr val="F26B43"/>
          </p15:clr>
        </p15:guide>
        <p15:guide id="11" pos="5136">
          <p15:clr>
            <a:srgbClr val="F26B43"/>
          </p15:clr>
        </p15:guide>
        <p15:guide id="12" orient="horz" pos="1032">
          <p15:clr>
            <a:srgbClr val="F26B43"/>
          </p15:clr>
        </p15:guide>
        <p15:guide id="13" pos="55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2">
                <a:lumMod val="92000"/>
                <a:lumOff val="8000"/>
              </a:schemeClr>
            </a:gs>
            <a:gs pos="0">
              <a:schemeClr val="accent1"/>
            </a:gs>
            <a:gs pos="98000">
              <a:schemeClr val="accent1">
                <a:lumMod val="5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white lines on a black background&#10;&#10;Description automatically generated">
            <a:extLst>
              <a:ext uri="{FF2B5EF4-FFF2-40B4-BE49-F238E27FC236}">
                <a16:creationId xmlns:a16="http://schemas.microsoft.com/office/drawing/2014/main" id="{965C87A4-1B43-8B8C-4A6D-14E83C072BF7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12" cstate="screen">
            <a:alphaModFix amt="34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5723844" flipH="1">
            <a:off x="8200647" y="2502809"/>
            <a:ext cx="6929829" cy="19969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F29EE8C-1111-1914-510B-89BF593B2E44}"/>
              </a:ext>
            </a:extLst>
          </p:cNvPr>
          <p:cNvGrpSpPr/>
          <p:nvPr userDrawn="1"/>
        </p:nvGrpSpPr>
        <p:grpSpPr>
          <a:xfrm>
            <a:off x="9308381" y="0"/>
            <a:ext cx="2883619" cy="6858418"/>
            <a:chOff x="9308381" y="0"/>
            <a:chExt cx="2883619" cy="6858418"/>
          </a:xfrm>
        </p:grpSpPr>
        <p:pic>
          <p:nvPicPr>
            <p:cNvPr id="15" name="Graphic 9">
              <a:extLst>
                <a:ext uri="{FF2B5EF4-FFF2-40B4-BE49-F238E27FC236}">
                  <a16:creationId xmlns:a16="http://schemas.microsoft.com/office/drawing/2014/main" id="{CF60B33A-1BBB-E147-3104-9D84182A897A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14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308381" y="0"/>
              <a:ext cx="2883619" cy="6858418"/>
            </a:xfrm>
            <a:prstGeom prst="rect">
              <a:avLst/>
            </a:prstGeom>
          </p:spPr>
        </p:pic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977B9CEE-0BB4-191D-2130-61443CECBC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11516400" y="128909"/>
              <a:ext cx="298323" cy="298323"/>
            </a:xfrm>
            <a:prstGeom prst="rect">
              <a:avLst/>
            </a:prstGeom>
          </p:spPr>
        </p:pic>
      </p:grpSp>
      <p:sp>
        <p:nvSpPr>
          <p:cNvPr id="4" name="Disclaimer-English (United States)">
            <a:extLst>
              <a:ext uri="{FF2B5EF4-FFF2-40B4-BE49-F238E27FC236}">
                <a16:creationId xmlns:a16="http://schemas.microsoft.com/office/drawing/2014/main" id="{4967612C-8E7D-9533-40CB-B02510C5F5EB}"/>
              </a:ext>
            </a:extLst>
          </p:cNvPr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accent2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accent2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048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spc="-50" baseline="0">
          <a:solidFill>
            <a:schemeClr val="bg2"/>
          </a:solidFill>
          <a:latin typeface="Lexend Medium" pitchFamily="2" charset="77"/>
          <a:ea typeface="+mj-ea"/>
          <a:cs typeface="+mj-cs"/>
        </a:defRPr>
      </a:lvl1pPr>
    </p:titleStyle>
    <p:bodyStyle>
      <a:lvl1pPr marL="228600" indent="-137160" algn="l" defTabSz="914400" rtl="0" eaLnBrk="1" latinLnBrk="0" hangingPunct="1">
        <a:lnSpc>
          <a:spcPct val="120000"/>
        </a:lnSpc>
        <a:spcBef>
          <a:spcPts val="10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1pPr>
      <a:lvl2pPr marL="6858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2pPr>
      <a:lvl3pPr marL="11430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3pPr>
      <a:lvl4pPr marL="16002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4pPr>
      <a:lvl5pPr marL="2057400" indent="-137160" algn="l" defTabSz="914400" rtl="0" eaLnBrk="1" latinLnBrk="0" hangingPunct="1">
        <a:lnSpc>
          <a:spcPct val="120000"/>
        </a:lnSpc>
        <a:spcBef>
          <a:spcPts val="500"/>
        </a:spcBef>
        <a:buFont typeface="Montserrat" panose="00000500000000000000" pitchFamily="2" charset="0"/>
        <a:buChar char="•"/>
        <a:defRPr sz="1600" b="0" i="0" kern="1200" spc="0" baseline="0">
          <a:solidFill>
            <a:schemeClr val="tx1"/>
          </a:solidFill>
          <a:latin typeface="Lexend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Montserrat" panose="00000500000000000000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96">
          <p15:clr>
            <a:srgbClr val="F26B43"/>
          </p15:clr>
        </p15:guide>
        <p15:guide id="4" pos="7584">
          <p15:clr>
            <a:srgbClr val="F26B43"/>
          </p15:clr>
        </p15:guide>
        <p15:guide id="5" orient="horz" pos="4200">
          <p15:clr>
            <a:srgbClr val="F26B43"/>
          </p15:clr>
        </p15:guide>
        <p15:guide id="6" orient="horz" pos="96">
          <p15:clr>
            <a:srgbClr val="F26B43"/>
          </p15:clr>
        </p15:guide>
        <p15:guide id="7" pos="7104">
          <p15:clr>
            <a:srgbClr val="F26B43"/>
          </p15:clr>
        </p15:guide>
        <p15:guide id="8" pos="5712">
          <p15:clr>
            <a:srgbClr val="F26B43"/>
          </p15:clr>
        </p15:guide>
        <p15:guide id="9" pos="1968">
          <p15:clr>
            <a:srgbClr val="F26B43"/>
          </p15:clr>
        </p15:guide>
        <p15:guide id="10" pos="2544">
          <p15:clr>
            <a:srgbClr val="F26B43"/>
          </p15:clr>
        </p15:guide>
        <p15:guide id="11" pos="5136">
          <p15:clr>
            <a:srgbClr val="F26B43"/>
          </p15:clr>
        </p15:guide>
        <p15:guide id="12" orient="horz" pos="1032">
          <p15:clr>
            <a:srgbClr val="F26B43"/>
          </p15:clr>
        </p15:guide>
        <p15:guide id="13" pos="5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E76F348A-138C-87BC-2E3E-0C50CB90862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274826" cy="6988635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F81036C9-E1AE-2F2F-7469-9835BE141B56}"/>
              </a:ext>
            </a:extLst>
          </p:cNvPr>
          <p:cNvSpPr/>
          <p:nvPr/>
        </p:nvSpPr>
        <p:spPr>
          <a:xfrm rot="5400000">
            <a:off x="2643094" y="-2643096"/>
            <a:ext cx="6988637" cy="1227482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7000"/>
                  <a:lumMod val="100000"/>
                </a:schemeClr>
              </a:gs>
              <a:gs pos="30000">
                <a:schemeClr val="accent3">
                  <a:alpha val="30886"/>
                </a:schemeClr>
              </a:gs>
              <a:gs pos="18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>
              <a:latin typeface="Lexend Medium" pitchFamily="2" charset="77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572081-E3DE-1020-ED2B-B2946CDD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>
                <a:solidFill>
                  <a:schemeClr val="bg1"/>
                </a:solidFill>
              </a:rPr>
              <a:t>Delivery 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C3FDB5-B354-7D5B-77FD-C889D9F456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41632"/>
          </a:xfrm>
        </p:spPr>
        <p:txBody>
          <a:bodyPr/>
          <a:lstStyle/>
          <a:p>
            <a:r>
              <a:rPr lang="nl-NL" noProof="0" dirty="0"/>
              <a:t>Research </a:t>
            </a:r>
            <a:r>
              <a:rPr lang="nl-NL" noProof="0" dirty="0" err="1"/>
              <a:t>Tooling</a:t>
            </a:r>
            <a:r>
              <a:rPr lang="nl-NL" noProof="0" dirty="0"/>
              <a:t> &amp; Design</a:t>
            </a:r>
            <a:endParaRPr lang="nl-NL" noProof="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Graphic 4">
            <a:extLst>
              <a:ext uri="{FF2B5EF4-FFF2-40B4-BE49-F238E27FC236}">
                <a16:creationId xmlns:a16="http://schemas.microsoft.com/office/drawing/2014/main" id="{7942D829-241E-9F52-802D-A26A37AFC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300" y="1438820"/>
            <a:ext cx="2422254" cy="68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4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F39572C-F98C-9867-7BC9-EF1BE9954090}"/>
              </a:ext>
            </a:extLst>
          </p:cNvPr>
          <p:cNvGrpSpPr/>
          <p:nvPr/>
        </p:nvGrpSpPr>
        <p:grpSpPr>
          <a:xfrm>
            <a:off x="6928104" y="1969757"/>
            <a:ext cx="5101611" cy="392914"/>
            <a:chOff x="838200" y="1910998"/>
            <a:chExt cx="5101611" cy="392914"/>
          </a:xfrm>
        </p:grpSpPr>
        <p:sp>
          <p:nvSpPr>
            <p:cNvPr id="4" name="Executive summary">
              <a:extLst>
                <a:ext uri="{FF2B5EF4-FFF2-40B4-BE49-F238E27FC236}">
                  <a16:creationId xmlns:a16="http://schemas.microsoft.com/office/drawing/2014/main" id="{59452445-6A86-2EB8-DBF9-7A64B3B4CA5C}"/>
                </a:ext>
              </a:extLst>
            </p:cNvPr>
            <p:cNvSpPr txBox="1"/>
            <p:nvPr/>
          </p:nvSpPr>
          <p:spPr>
            <a:xfrm>
              <a:off x="1273776" y="1910998"/>
              <a:ext cx="4666035" cy="3822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noProof="0" dirty="0" err="1">
                  <a:latin typeface="Lexend Medium" pitchFamily="2" charset="77"/>
                  <a:cs typeface="Montserrat" panose="00000500000000000000" pitchFamily="2" charset="0"/>
                </a:rPr>
                <a:t>Tooling</a:t>
              </a:r>
              <a:r>
                <a:rPr lang="nl-NL" sz="1800" noProof="0" dirty="0">
                  <a:latin typeface="Lexend Medium" pitchFamily="2" charset="77"/>
                  <a:cs typeface="Montserrat" panose="00000500000000000000" pitchFamily="2" charset="0"/>
                </a:rPr>
                <a:t> research</a:t>
              </a:r>
            </a:p>
          </p:txBody>
        </p:sp>
        <p:sp>
          <p:nvSpPr>
            <p:cNvPr id="5" name="01">
              <a:extLst>
                <a:ext uri="{FF2B5EF4-FFF2-40B4-BE49-F238E27FC236}">
                  <a16:creationId xmlns:a16="http://schemas.microsoft.com/office/drawing/2014/main" id="{E44C57EC-D238-7C2F-A47F-3A7C88A6FD25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6DE157-14B0-D782-CA3A-D0205501F9E6}"/>
              </a:ext>
            </a:extLst>
          </p:cNvPr>
          <p:cNvGrpSpPr/>
          <p:nvPr/>
        </p:nvGrpSpPr>
        <p:grpSpPr>
          <a:xfrm>
            <a:off x="6928104" y="2549620"/>
            <a:ext cx="5101611" cy="392914"/>
            <a:chOff x="838200" y="1910998"/>
            <a:chExt cx="5101611" cy="392914"/>
          </a:xfrm>
        </p:grpSpPr>
        <p:sp>
          <p:nvSpPr>
            <p:cNvPr id="24" name="Executive summary">
              <a:extLst>
                <a:ext uri="{FF2B5EF4-FFF2-40B4-BE49-F238E27FC236}">
                  <a16:creationId xmlns:a16="http://schemas.microsoft.com/office/drawing/2014/main" id="{DCFDCC29-6515-BC76-6228-D8FC1EC288F4}"/>
                </a:ext>
              </a:extLst>
            </p:cNvPr>
            <p:cNvSpPr txBox="1"/>
            <p:nvPr/>
          </p:nvSpPr>
          <p:spPr>
            <a:xfrm>
              <a:off x="1273776" y="1910998"/>
              <a:ext cx="4666035" cy="3822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noProof="0" dirty="0">
                  <a:latin typeface="Lexend Medium" pitchFamily="2" charset="77"/>
                  <a:cs typeface="Montserrat" panose="00000500000000000000" pitchFamily="2" charset="0"/>
                </a:rPr>
                <a:t>Design</a:t>
              </a:r>
            </a:p>
          </p:txBody>
        </p:sp>
        <p:sp>
          <p:nvSpPr>
            <p:cNvPr id="25" name="01">
              <a:extLst>
                <a:ext uri="{FF2B5EF4-FFF2-40B4-BE49-F238E27FC236}">
                  <a16:creationId xmlns:a16="http://schemas.microsoft.com/office/drawing/2014/main" id="{E5DE833A-B7DC-DE50-22E6-EFE87951E658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96BDE-3ADF-9A00-2C01-6F666A2DB399}"/>
              </a:ext>
            </a:extLst>
          </p:cNvPr>
          <p:cNvGrpSpPr/>
          <p:nvPr/>
        </p:nvGrpSpPr>
        <p:grpSpPr>
          <a:xfrm>
            <a:off x="6928104" y="3174088"/>
            <a:ext cx="5101611" cy="392914"/>
            <a:chOff x="838200" y="1910998"/>
            <a:chExt cx="5101611" cy="392914"/>
          </a:xfrm>
        </p:grpSpPr>
        <p:sp>
          <p:nvSpPr>
            <p:cNvPr id="27" name="Executive summary">
              <a:extLst>
                <a:ext uri="{FF2B5EF4-FFF2-40B4-BE49-F238E27FC236}">
                  <a16:creationId xmlns:a16="http://schemas.microsoft.com/office/drawing/2014/main" id="{F129838E-9027-6B36-6F5B-E899F1A29F7D}"/>
                </a:ext>
              </a:extLst>
            </p:cNvPr>
            <p:cNvSpPr txBox="1"/>
            <p:nvPr/>
          </p:nvSpPr>
          <p:spPr>
            <a:xfrm>
              <a:off x="1273776" y="1910998"/>
              <a:ext cx="4666035" cy="3822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noProof="0" dirty="0" err="1">
                  <a:latin typeface="Lexend Medium" pitchFamily="2" charset="77"/>
                  <a:cs typeface="Montserrat" panose="00000500000000000000" pitchFamily="2" charset="0"/>
                </a:rPr>
                <a:t>OpenTelementry</a:t>
              </a:r>
              <a:r>
                <a:rPr lang="nl-NL" sz="1800" noProof="0" dirty="0">
                  <a:latin typeface="Lexend Medium" pitchFamily="2" charset="77"/>
                  <a:cs typeface="Montserrat" panose="00000500000000000000" pitchFamily="2" charset="0"/>
                </a:rPr>
                <a:t> implementatie problemen</a:t>
              </a:r>
            </a:p>
          </p:txBody>
        </p:sp>
        <p:sp>
          <p:nvSpPr>
            <p:cNvPr id="28" name="01">
              <a:extLst>
                <a:ext uri="{FF2B5EF4-FFF2-40B4-BE49-F238E27FC236}">
                  <a16:creationId xmlns:a16="http://schemas.microsoft.com/office/drawing/2014/main" id="{512C6DBA-BF04-7382-46D1-3457511A4906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BF9071-5BB5-A3F2-F1BA-1C98F7C10458}"/>
              </a:ext>
            </a:extLst>
          </p:cNvPr>
          <p:cNvGrpSpPr/>
          <p:nvPr/>
        </p:nvGrpSpPr>
        <p:grpSpPr>
          <a:xfrm>
            <a:off x="6928104" y="3763949"/>
            <a:ext cx="5101611" cy="394068"/>
            <a:chOff x="838200" y="1909844"/>
            <a:chExt cx="5101611" cy="394068"/>
          </a:xfrm>
        </p:grpSpPr>
        <p:sp>
          <p:nvSpPr>
            <p:cNvPr id="30" name="Executive summary">
              <a:extLst>
                <a:ext uri="{FF2B5EF4-FFF2-40B4-BE49-F238E27FC236}">
                  <a16:creationId xmlns:a16="http://schemas.microsoft.com/office/drawing/2014/main" id="{EA66D309-FAED-4A92-E2F7-91F12F4CAA9E}"/>
                </a:ext>
              </a:extLst>
            </p:cNvPr>
            <p:cNvSpPr txBox="1"/>
            <p:nvPr/>
          </p:nvSpPr>
          <p:spPr>
            <a:xfrm>
              <a:off x="1273776" y="1909844"/>
              <a:ext cx="4666035" cy="38457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dirty="0"/>
                <a:t>Testen</a:t>
              </a:r>
              <a:endParaRPr lang="nl-NL" sz="1800" noProof="0" dirty="0">
                <a:latin typeface="Lexend Medium" pitchFamily="2" charset="77"/>
                <a:cs typeface="Montserrat" panose="00000500000000000000" pitchFamily="2" charset="0"/>
              </a:endParaRPr>
            </a:p>
          </p:txBody>
        </p:sp>
        <p:sp>
          <p:nvSpPr>
            <p:cNvPr id="31" name="01">
              <a:extLst>
                <a:ext uri="{FF2B5EF4-FFF2-40B4-BE49-F238E27FC236}">
                  <a16:creationId xmlns:a16="http://schemas.microsoft.com/office/drawing/2014/main" id="{7D4C6E1A-99DF-F94F-A1CD-07616149A093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0DB75C-A480-2C2B-9425-84CD77DAB6E1}"/>
              </a:ext>
            </a:extLst>
          </p:cNvPr>
          <p:cNvGrpSpPr/>
          <p:nvPr/>
        </p:nvGrpSpPr>
        <p:grpSpPr>
          <a:xfrm>
            <a:off x="6928104" y="4344966"/>
            <a:ext cx="5101611" cy="392914"/>
            <a:chOff x="838200" y="1910998"/>
            <a:chExt cx="5101611" cy="392914"/>
          </a:xfrm>
        </p:grpSpPr>
        <p:sp>
          <p:nvSpPr>
            <p:cNvPr id="33" name="Executive summary">
              <a:extLst>
                <a:ext uri="{FF2B5EF4-FFF2-40B4-BE49-F238E27FC236}">
                  <a16:creationId xmlns:a16="http://schemas.microsoft.com/office/drawing/2014/main" id="{E58F1C00-CAAA-30A2-9A13-C32A025DF428}"/>
                </a:ext>
              </a:extLst>
            </p:cNvPr>
            <p:cNvSpPr txBox="1"/>
            <p:nvPr/>
          </p:nvSpPr>
          <p:spPr>
            <a:xfrm>
              <a:off x="1273776" y="1910998"/>
              <a:ext cx="4666035" cy="3822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nl-NL" sz="1800" noProof="0" dirty="0">
                  <a:latin typeface="Lexend Medium" pitchFamily="2" charset="77"/>
                  <a:cs typeface="Montserrat" panose="00000500000000000000" pitchFamily="2" charset="0"/>
                </a:rPr>
                <a:t>Volgende Sprint</a:t>
              </a:r>
            </a:p>
          </p:txBody>
        </p:sp>
        <p:sp>
          <p:nvSpPr>
            <p:cNvPr id="34" name="01">
              <a:extLst>
                <a:ext uri="{FF2B5EF4-FFF2-40B4-BE49-F238E27FC236}">
                  <a16:creationId xmlns:a16="http://schemas.microsoft.com/office/drawing/2014/main" id="{F374C842-D6CD-CABD-199D-CA237CC9AB8C}"/>
                </a:ext>
              </a:extLst>
            </p:cNvPr>
            <p:cNvSpPr txBox="1"/>
            <p:nvPr/>
          </p:nvSpPr>
          <p:spPr>
            <a:xfrm>
              <a:off x="838200" y="1975631"/>
              <a:ext cx="378441" cy="3282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nl-NL" noProof="0" dirty="0">
                  <a:solidFill>
                    <a:schemeClr val="accent1"/>
                  </a:solidFill>
                  <a:latin typeface="Lexend Medium" pitchFamily="2" charset="77"/>
                </a:rPr>
                <a:t>05</a:t>
              </a:r>
            </a:p>
          </p:txBody>
        </p:sp>
      </p:grpSp>
      <p:pic>
        <p:nvPicPr>
          <p:cNvPr id="6" name="Picture Placeholder 3">
            <a:extLst>
              <a:ext uri="{FF2B5EF4-FFF2-40B4-BE49-F238E27FC236}">
                <a16:creationId xmlns:a16="http://schemas.microsoft.com/office/drawing/2014/main" id="{FC8988D8-BAE9-7EE9-4276-69513CD08E1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713512" cy="6857999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7" name="gradient">
            <a:extLst>
              <a:ext uri="{FF2B5EF4-FFF2-40B4-BE49-F238E27FC236}">
                <a16:creationId xmlns:a16="http://schemas.microsoft.com/office/drawing/2014/main" id="{C97E0B6B-6D60-631E-608A-2DEDAF99B5A5}"/>
              </a:ext>
            </a:extLst>
          </p:cNvPr>
          <p:cNvSpPr/>
          <p:nvPr/>
        </p:nvSpPr>
        <p:spPr>
          <a:xfrm rot="5400000">
            <a:off x="-572245" y="572242"/>
            <a:ext cx="6858000" cy="5713514"/>
          </a:xfrm>
          <a:prstGeom prst="rect">
            <a:avLst/>
          </a:prstGeom>
          <a:gradFill flip="none" rotWithShape="1">
            <a:gsLst>
              <a:gs pos="34000">
                <a:schemeClr val="bg1">
                  <a:alpha val="0"/>
                </a:schemeClr>
              </a:gs>
              <a:gs pos="98000">
                <a:schemeClr val="accent1"/>
              </a:gs>
              <a:gs pos="83000">
                <a:schemeClr val="accent1">
                  <a:alpha val="9525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>
              <a:latin typeface="Lexend Medium" pitchFamily="2" charset="77"/>
            </a:endParaRPr>
          </a:p>
        </p:txBody>
      </p:sp>
      <p:sp>
        <p:nvSpPr>
          <p:cNvPr id="11" name="Title 19">
            <a:extLst>
              <a:ext uri="{FF2B5EF4-FFF2-40B4-BE49-F238E27FC236}">
                <a16:creationId xmlns:a16="http://schemas.microsoft.com/office/drawing/2014/main" id="{4711FA0F-3828-BB5E-4D22-BAF1CD7A2CD4}"/>
              </a:ext>
            </a:extLst>
          </p:cNvPr>
          <p:cNvSpPr txBox="1">
            <a:spLocks/>
          </p:cNvSpPr>
          <p:nvPr/>
        </p:nvSpPr>
        <p:spPr>
          <a:xfrm>
            <a:off x="838200" y="2639204"/>
            <a:ext cx="4355592" cy="157959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nl-NL" sz="4400" noProof="0" dirty="0">
                <a:solidFill>
                  <a:schemeClr val="bg1"/>
                </a:solidFill>
                <a:latin typeface="Lexend Medium" pitchFamily="2" charset="77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4227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">
            <a:extLst>
              <a:ext uri="{FF2B5EF4-FFF2-40B4-BE49-F238E27FC236}">
                <a16:creationId xmlns:a16="http://schemas.microsoft.com/office/drawing/2014/main" id="{D37407F8-86F3-F7A5-6833-DB4421E1356A}"/>
              </a:ext>
            </a:extLst>
          </p:cNvPr>
          <p:cNvSpPr/>
          <p:nvPr/>
        </p:nvSpPr>
        <p:spPr>
          <a:xfrm>
            <a:off x="649339" y="635728"/>
            <a:ext cx="6390471" cy="5586546"/>
          </a:xfrm>
          <a:prstGeom prst="roundRect">
            <a:avLst>
              <a:gd name="adj" fmla="val 714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Our mission is to save…">
            <a:extLst>
              <a:ext uri="{FF2B5EF4-FFF2-40B4-BE49-F238E27FC236}">
                <a16:creationId xmlns:a16="http://schemas.microsoft.com/office/drawing/2014/main" id="{8A22BBFF-AF45-8784-41C6-807D0A228139}"/>
              </a:ext>
            </a:extLst>
          </p:cNvPr>
          <p:cNvSpPr txBox="1"/>
          <p:nvPr/>
        </p:nvSpPr>
        <p:spPr>
          <a:xfrm>
            <a:off x="1049584" y="2610514"/>
            <a:ext cx="5589980" cy="1636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pPr>
            <a:r>
              <a:rPr kumimoji="0" lang="nl-NL" sz="3600" i="0" u="none" strike="noStrike" kern="1200" cap="none" spc="0" normalizeH="0" baseline="0" noProof="0" dirty="0" err="1">
                <a:ln>
                  <a:noFill/>
                </a:ln>
                <a:solidFill>
                  <a:srgbClr val="084771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Tooling</a:t>
            </a:r>
            <a:r>
              <a:rPr kumimoji="0" lang="nl-NL" sz="3600" i="0" u="none" strike="noStrike" kern="1200" cap="none" spc="0" normalizeH="0" baseline="0" noProof="0" dirty="0">
                <a:ln>
                  <a:noFill/>
                </a:ln>
                <a:solidFill>
                  <a:srgbClr val="084771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 research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7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pPr>
            <a:r>
              <a:rPr lang="nl-NL" sz="1700" noProof="0" dirty="0">
                <a:solidFill>
                  <a:srgbClr val="ED6C24"/>
                </a:solidFill>
                <a:latin typeface="Lexend SemiBold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Veiligheid</a:t>
            </a: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7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pPr>
            <a:r>
              <a:rPr lang="nl-NL" sz="1700" noProof="0" dirty="0">
                <a:solidFill>
                  <a:srgbClr val="ED6C24"/>
                </a:solidFill>
                <a:latin typeface="Lexend SemiBold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Werking met OpenText</a:t>
            </a:r>
            <a:endParaRPr lang="nl-NL" sz="1700" noProof="0" dirty="0">
              <a:solidFill>
                <a:srgbClr val="084771"/>
              </a:solidFill>
              <a:latin typeface="Lexend SemiBold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7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pPr>
            <a:r>
              <a:rPr kumimoji="0" lang="nl-NL" sz="1700" b="0" i="0" u="none" strike="noStrike" kern="1200" cap="none" spc="0" normalizeH="0" baseline="0" noProof="0" dirty="0">
                <a:ln>
                  <a:noFill/>
                </a:ln>
                <a:solidFill>
                  <a:srgbClr val="ED6C24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Selectie criteria</a:t>
            </a:r>
          </a:p>
        </p:txBody>
      </p:sp>
      <p:sp>
        <p:nvSpPr>
          <p:cNvPr id="3" name="5">
            <a:extLst>
              <a:ext uri="{FF2B5EF4-FFF2-40B4-BE49-F238E27FC236}">
                <a16:creationId xmlns:a16="http://schemas.microsoft.com/office/drawing/2014/main" id="{400DFAA1-9EE5-5EFB-959B-1B0B7CD7D95E}"/>
              </a:ext>
            </a:extLst>
          </p:cNvPr>
          <p:cNvSpPr txBox="1"/>
          <p:nvPr/>
        </p:nvSpPr>
        <p:spPr>
          <a:xfrm>
            <a:off x="7651853" y="1037205"/>
            <a:ext cx="3491590" cy="613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10000"/>
              </a:lnSpc>
              <a:defRPr sz="12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3600" noProof="0" dirty="0">
                <a:solidFill>
                  <a:srgbClr val="ED6C24"/>
                </a:solidFill>
                <a:latin typeface="Lexend SemiBold" pitchFamily="2" charset="77"/>
                <a:cs typeface="Montserrat" panose="00000500000000000000" pitchFamily="2" charset="0"/>
              </a:rPr>
              <a:t>OpenTelemetry</a:t>
            </a:r>
            <a:endParaRPr kumimoji="0" lang="nl-NL" sz="3600" b="0" i="0" u="none" strike="noStrike" kern="1200" cap="none" spc="0" normalizeH="0" baseline="30000" noProof="0" dirty="0">
              <a:ln>
                <a:noFill/>
              </a:ln>
              <a:solidFill>
                <a:srgbClr val="ED6C24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4" name="years in the market">
            <a:extLst>
              <a:ext uri="{FF2B5EF4-FFF2-40B4-BE49-F238E27FC236}">
                <a16:creationId xmlns:a16="http://schemas.microsoft.com/office/drawing/2014/main" id="{023801CA-BD32-0F6E-E737-6525A110C6CB}"/>
              </a:ext>
            </a:extLst>
          </p:cNvPr>
          <p:cNvSpPr txBox="1"/>
          <p:nvPr/>
        </p:nvSpPr>
        <p:spPr>
          <a:xfrm>
            <a:off x="7651853" y="1701063"/>
            <a:ext cx="4225822" cy="1159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noProof="0" dirty="0">
                <a:solidFill>
                  <a:srgbClr val="000000"/>
                </a:solidFill>
                <a:latin typeface="Lexend Medium" pitchFamily="2" charset="77"/>
              </a:rPr>
              <a:t>Logs, Metrics en Traces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Werkt met OpenText systemen*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noProof="0" dirty="0">
                <a:solidFill>
                  <a:srgbClr val="000000"/>
                </a:solidFill>
                <a:latin typeface="Lexend Medium" pitchFamily="2" charset="77"/>
              </a:rPr>
              <a:t>Filter mogelijkheden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Veilig volgens GDPR</a:t>
            </a:r>
            <a:r>
              <a:rPr lang="nl-NL" noProof="0" dirty="0">
                <a:solidFill>
                  <a:srgbClr val="000000"/>
                </a:solidFill>
                <a:latin typeface="Lexend Medium" pitchFamily="2" charset="77"/>
              </a:rPr>
              <a:t>, AVG, ISO……</a:t>
            </a:r>
            <a:endParaRPr kumimoji="0" lang="nl-NL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5" name="13K">
            <a:extLst>
              <a:ext uri="{FF2B5EF4-FFF2-40B4-BE49-F238E27FC236}">
                <a16:creationId xmlns:a16="http://schemas.microsoft.com/office/drawing/2014/main" id="{C40A7001-0E70-D914-DB04-98FED46C978E}"/>
              </a:ext>
            </a:extLst>
          </p:cNvPr>
          <p:cNvSpPr txBox="1"/>
          <p:nvPr/>
        </p:nvSpPr>
        <p:spPr>
          <a:xfrm>
            <a:off x="7650826" y="2910775"/>
            <a:ext cx="3491590" cy="613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10000"/>
              </a:lnSpc>
              <a:defRPr sz="12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ED6C24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OpenSearch</a:t>
            </a:r>
            <a:endParaRPr kumimoji="0" lang="nl-NL" sz="3600" b="0" i="0" u="none" strike="noStrike" kern="1200" cap="none" spc="0" normalizeH="0" baseline="30000" noProof="0" dirty="0">
              <a:ln>
                <a:noFill/>
              </a:ln>
              <a:solidFill>
                <a:srgbClr val="ED6C24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6" name="clients around the world">
            <a:extLst>
              <a:ext uri="{FF2B5EF4-FFF2-40B4-BE49-F238E27FC236}">
                <a16:creationId xmlns:a16="http://schemas.microsoft.com/office/drawing/2014/main" id="{E2A7808B-A519-F991-6ED6-DA29580E5C69}"/>
              </a:ext>
            </a:extLst>
          </p:cNvPr>
          <p:cNvSpPr txBox="1"/>
          <p:nvPr/>
        </p:nvSpPr>
        <p:spPr>
          <a:xfrm>
            <a:off x="7651853" y="3445749"/>
            <a:ext cx="4225822" cy="143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Opslag en verwerking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noProof="0" dirty="0">
                <a:solidFill>
                  <a:srgbClr val="000000"/>
                </a:solidFill>
                <a:latin typeface="Lexend Medium" pitchFamily="2" charset="77"/>
              </a:rPr>
              <a:t>Gemaakt voor veel data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Aanpassingen tijdens </a:t>
            </a:r>
            <a:r>
              <a:rPr kumimoji="0" lang="nl-NL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runtime</a:t>
            </a:r>
            <a:endParaRPr kumimoji="0" lang="nl-NL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Veilig, Audit mogelijkheden, </a:t>
            </a:r>
            <a:r>
              <a:rPr kumimoji="0" lang="nl-NL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role</a:t>
            </a: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 </a:t>
            </a:r>
            <a:r>
              <a:rPr kumimoji="0" lang="nl-NL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based</a:t>
            </a:r>
            <a:endParaRPr kumimoji="0" lang="nl-NL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NL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+mn-ea"/>
              <a:cs typeface="+mn-cs"/>
            </a:endParaRPr>
          </a:p>
        </p:txBody>
      </p:sp>
      <p:sp>
        <p:nvSpPr>
          <p:cNvPr id="7" name="4.9">
            <a:extLst>
              <a:ext uri="{FF2B5EF4-FFF2-40B4-BE49-F238E27FC236}">
                <a16:creationId xmlns:a16="http://schemas.microsoft.com/office/drawing/2014/main" id="{A0585293-97E4-2754-34B1-EC9D453C6878}"/>
              </a:ext>
            </a:extLst>
          </p:cNvPr>
          <p:cNvSpPr txBox="1"/>
          <p:nvPr/>
        </p:nvSpPr>
        <p:spPr>
          <a:xfrm>
            <a:off x="7650826" y="4575313"/>
            <a:ext cx="3491590" cy="613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10000"/>
              </a:lnSpc>
              <a:defRPr sz="12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3600" b="0" i="0" u="none" strike="noStrike" kern="1200" cap="none" spc="0" normalizeH="0" baseline="0" noProof="0" dirty="0">
                <a:ln>
                  <a:noFill/>
                </a:ln>
                <a:solidFill>
                  <a:srgbClr val="ED6C24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Grafana</a:t>
            </a:r>
            <a:endParaRPr kumimoji="0" lang="nl-NL" sz="3600" b="0" i="0" u="none" strike="noStrike" kern="1200" cap="none" spc="0" normalizeH="0" baseline="30000" noProof="0" dirty="0">
              <a:ln>
                <a:noFill/>
              </a:ln>
              <a:solidFill>
                <a:srgbClr val="ED6C24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8" name="average rating">
            <a:extLst>
              <a:ext uri="{FF2B5EF4-FFF2-40B4-BE49-F238E27FC236}">
                <a16:creationId xmlns:a16="http://schemas.microsoft.com/office/drawing/2014/main" id="{F49E2978-351A-2861-5BA5-16AD51789050}"/>
              </a:ext>
            </a:extLst>
          </p:cNvPr>
          <p:cNvSpPr txBox="1"/>
          <p:nvPr/>
        </p:nvSpPr>
        <p:spPr>
          <a:xfrm>
            <a:off x="7651853" y="5110287"/>
            <a:ext cx="4225822" cy="1159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Bekend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noProof="0" dirty="0">
                <a:solidFill>
                  <a:srgbClr val="000000"/>
                </a:solidFill>
                <a:latin typeface="Lexend Medium" pitchFamily="2" charset="77"/>
              </a:rPr>
              <a:t>Open-Source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Integratie mogelijk met </a:t>
            </a:r>
            <a:r>
              <a:rPr lang="nl-NL" noProof="0" dirty="0">
                <a:solidFill>
                  <a:srgbClr val="000000"/>
                </a:solidFill>
                <a:latin typeface="Lexend Medium" pitchFamily="2" charset="77"/>
              </a:rPr>
              <a:t>bestaande AMI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+mn-cs"/>
              </a:rPr>
              <a:t>Cloud versie mogelijk in later stadium</a:t>
            </a:r>
          </a:p>
        </p:txBody>
      </p:sp>
    </p:spTree>
    <p:extLst>
      <p:ext uri="{BB962C8B-B14F-4D97-AF65-F5344CB8AC3E}">
        <p14:creationId xmlns:p14="http://schemas.microsoft.com/office/powerpoint/2010/main" val="3248206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82A4933-98E1-4C58-1662-0956BAC57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488"/>
            <a:ext cx="10027596" cy="47909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nl-NL" noProof="0" dirty="0"/>
              <a:t>Design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E71C7F-85BA-11DC-A902-CB60DAB0A8E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8200" y="965581"/>
            <a:ext cx="10027596" cy="388931"/>
          </a:xfrm>
          <a:prstGeom prst="rect">
            <a:avLst/>
          </a:prstGeom>
        </p:spPr>
        <p:txBody>
          <a:bodyPr/>
          <a:lstStyle/>
          <a:p>
            <a:r>
              <a:rPr lang="nl-NL" noProof="0" dirty="0"/>
              <a:t>Huidig AMI systeem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7D308C-5522-4BCA-68CF-8BEF50206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99" b="9246"/>
          <a:stretch>
            <a:fillRect/>
          </a:stretch>
        </p:blipFill>
        <p:spPr>
          <a:xfrm>
            <a:off x="1082202" y="884737"/>
            <a:ext cx="10027595" cy="548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1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9314-1E65-8D67-8511-5E8EE4669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656C70C-3E65-C5BD-69E6-07412F30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488"/>
            <a:ext cx="10027596" cy="47909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nl-NL" noProof="0" dirty="0"/>
              <a:t>Design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C14E105-DF64-C349-926B-97C86ABF18B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8200" y="965581"/>
            <a:ext cx="10027596" cy="388931"/>
          </a:xfrm>
          <a:prstGeom prst="rect">
            <a:avLst/>
          </a:prstGeom>
        </p:spPr>
        <p:txBody>
          <a:bodyPr/>
          <a:lstStyle/>
          <a:p>
            <a:r>
              <a:rPr lang="nl-NL" noProof="0" dirty="0"/>
              <a:t>Nieuwe </a:t>
            </a:r>
            <a:r>
              <a:rPr lang="nl-NL" noProof="0" dirty="0" err="1"/>
              <a:t>Tooling</a:t>
            </a:r>
            <a:endParaRPr lang="nl-NL" noProof="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8A7E05-8F98-8B28-F021-15DF06F41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1" y="1681205"/>
            <a:ext cx="12589793" cy="431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8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759A6CBF-C90F-D31E-F60E-096693E1572D}"/>
              </a:ext>
            </a:extLst>
          </p:cNvPr>
          <p:cNvSpPr/>
          <p:nvPr/>
        </p:nvSpPr>
        <p:spPr>
          <a:xfrm>
            <a:off x="6096000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9A20E736-A23E-FDDE-8CF0-692B1595C459}"/>
              </a:ext>
            </a:extLst>
          </p:cNvPr>
          <p:cNvSpPr txBox="1"/>
          <p:nvPr/>
        </p:nvSpPr>
        <p:spPr>
          <a:xfrm>
            <a:off x="6870828" y="1533382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Push, Pull, Sidecar</a:t>
            </a: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6875B74B-0009-C249-CA3D-0B9359973D4D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33B08443-BEB0-F877-FF01-7DB73B56553F}"/>
              </a:ext>
            </a:extLst>
          </p:cNvPr>
          <p:cNvSpPr txBox="1"/>
          <p:nvPr/>
        </p:nvSpPr>
        <p:spPr>
          <a:xfrm>
            <a:off x="6870828" y="2232177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No-Code Agent</a:t>
            </a: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D3B0D1AB-1928-7E88-138D-AD2C824B7211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B4977021-2B12-7FD6-FEE1-5455C9199D7D}"/>
              </a:ext>
            </a:extLst>
          </p:cNvPr>
          <p:cNvSpPr txBox="1"/>
          <p:nvPr/>
        </p:nvSpPr>
        <p:spPr>
          <a:xfrm>
            <a:off x="6870828" y="2930971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Volledige systeem monitoring</a:t>
            </a: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3EC3DFC1-8FD5-07CD-7A8D-52FC17DFAF35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3" name="Customer first">
            <a:extLst>
              <a:ext uri="{FF2B5EF4-FFF2-40B4-BE49-F238E27FC236}">
                <a16:creationId xmlns:a16="http://schemas.microsoft.com/office/drawing/2014/main" id="{A6E2D555-EBB5-8992-F256-DCC5AF2D54ED}"/>
              </a:ext>
            </a:extLst>
          </p:cNvPr>
          <p:cNvSpPr txBox="1"/>
          <p:nvPr/>
        </p:nvSpPr>
        <p:spPr>
          <a:xfrm>
            <a:off x="6870828" y="3629765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Java agent OTCM problemen</a:t>
            </a: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27895DA3-BF4F-2E55-4303-8CC83A36CA6A}"/>
              </a:ext>
            </a:extLst>
          </p:cNvPr>
          <p:cNvSpPr/>
          <p:nvPr/>
        </p:nvSpPr>
        <p:spPr>
          <a:xfrm>
            <a:off x="6362961" y="3619325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6" name="Think Big">
            <a:extLst>
              <a:ext uri="{FF2B5EF4-FFF2-40B4-BE49-F238E27FC236}">
                <a16:creationId xmlns:a16="http://schemas.microsoft.com/office/drawing/2014/main" id="{85C9B835-C160-CADB-D759-856C45BA853C}"/>
              </a:ext>
            </a:extLst>
          </p:cNvPr>
          <p:cNvSpPr txBox="1"/>
          <p:nvPr/>
        </p:nvSpPr>
        <p:spPr>
          <a:xfrm>
            <a:off x="6870828" y="4328560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Help vanuit Yoeri </a:t>
            </a: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0B6C758A-C631-FB6E-3751-C2E31B363746}"/>
              </a:ext>
            </a:extLst>
          </p:cNvPr>
          <p:cNvSpPr/>
          <p:nvPr/>
        </p:nvSpPr>
        <p:spPr>
          <a:xfrm>
            <a:off x="6362961" y="4318120"/>
            <a:ext cx="349159" cy="3491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C8AE456A-FFF7-037F-00B0-979509E6AD13}"/>
              </a:ext>
            </a:extLst>
          </p:cNvPr>
          <p:cNvSpPr/>
          <p:nvPr/>
        </p:nvSpPr>
        <p:spPr>
          <a:xfrm>
            <a:off x="649339" y="635728"/>
            <a:ext cx="5184557" cy="5586546"/>
          </a:xfrm>
          <a:prstGeom prst="roundRect">
            <a:avLst>
              <a:gd name="adj" fmla="val 714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49000"/>
                  <a:lumOff val="51000"/>
                </a:schemeClr>
              </a:gs>
            </a:gsLst>
            <a:lin ang="189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sz="1600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4" name="Think Big">
            <a:extLst>
              <a:ext uri="{FF2B5EF4-FFF2-40B4-BE49-F238E27FC236}">
                <a16:creationId xmlns:a16="http://schemas.microsoft.com/office/drawing/2014/main" id="{FDEA121A-FAF4-1026-EED3-2931440AFEE0}"/>
              </a:ext>
            </a:extLst>
          </p:cNvPr>
          <p:cNvSpPr txBox="1"/>
          <p:nvPr/>
        </p:nvSpPr>
        <p:spPr>
          <a:xfrm>
            <a:off x="6870828" y="5064313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Vragen document OpenText</a:t>
            </a:r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E9383C71-5B87-CC99-6218-98D65930AFBF}"/>
              </a:ext>
            </a:extLst>
          </p:cNvPr>
          <p:cNvSpPr/>
          <p:nvPr/>
        </p:nvSpPr>
        <p:spPr>
          <a:xfrm>
            <a:off x="6362961" y="5053873"/>
            <a:ext cx="349159" cy="3491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lang="nl-NL" kern="0" noProof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A3AACC12-0863-5BB6-7D37-FB43F3993DDA}"/>
              </a:ext>
            </a:extLst>
          </p:cNvPr>
          <p:cNvSpPr txBox="1"/>
          <p:nvPr/>
        </p:nvSpPr>
        <p:spPr>
          <a:xfrm>
            <a:off x="1009152" y="1163048"/>
            <a:ext cx="4456466" cy="1897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nl-NL" sz="3999" noProof="0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OpenTelemetry implementatie problemen 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45DE27F8-FDE5-3EE2-C5B2-5AFE618252C8}"/>
              </a:ext>
            </a:extLst>
          </p:cNvPr>
          <p:cNvSpPr/>
          <p:nvPr/>
        </p:nvSpPr>
        <p:spPr>
          <a:xfrm>
            <a:off x="1009152" y="5508851"/>
            <a:ext cx="476572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>
              <a:defRPr/>
            </a:pPr>
            <a:endParaRPr lang="nl-NL" sz="1000" noProof="0" dirty="0">
              <a:solidFill>
                <a:schemeClr val="bg1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64B87-C461-38EC-6F87-9162F0D30620}"/>
              </a:ext>
            </a:extLst>
          </p:cNvPr>
          <p:cNvSpPr/>
          <p:nvPr/>
        </p:nvSpPr>
        <p:spPr>
          <a:xfrm>
            <a:off x="6445748" y="5205592"/>
            <a:ext cx="183584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63CEAD-E9E1-DFE2-4623-4DE0B6556A3F}"/>
              </a:ext>
            </a:extLst>
          </p:cNvPr>
          <p:cNvSpPr/>
          <p:nvPr/>
        </p:nvSpPr>
        <p:spPr>
          <a:xfrm>
            <a:off x="6441367" y="4469839"/>
            <a:ext cx="183584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36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759A6CBF-C90F-D31E-F60E-096693E1572D}"/>
              </a:ext>
            </a:extLst>
          </p:cNvPr>
          <p:cNvSpPr/>
          <p:nvPr/>
        </p:nvSpPr>
        <p:spPr>
          <a:xfrm>
            <a:off x="6093043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9A20E736-A23E-FDDE-8CF0-692B1595C459}"/>
              </a:ext>
            </a:extLst>
          </p:cNvPr>
          <p:cNvSpPr txBox="1"/>
          <p:nvPr/>
        </p:nvSpPr>
        <p:spPr>
          <a:xfrm>
            <a:off x="6870828" y="1533382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b="0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Docker</a:t>
            </a: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6875B74B-0009-C249-CA3D-0B9359973D4D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33B08443-BEB0-F877-FF01-7DB73B56553F}"/>
              </a:ext>
            </a:extLst>
          </p:cNvPr>
          <p:cNvSpPr txBox="1"/>
          <p:nvPr/>
        </p:nvSpPr>
        <p:spPr>
          <a:xfrm>
            <a:off x="6870828" y="2232177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b="0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Experimenteren</a:t>
            </a: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D3B0D1AB-1928-7E88-138D-AD2C824B7211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B4977021-2B12-7FD6-FEE1-5455C9199D7D}"/>
              </a:ext>
            </a:extLst>
          </p:cNvPr>
          <p:cNvSpPr txBox="1"/>
          <p:nvPr/>
        </p:nvSpPr>
        <p:spPr>
          <a:xfrm>
            <a:off x="6870828" y="2930971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kern="0" noProof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OTel Demo</a:t>
            </a: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3EC3DFC1-8FD5-07CD-7A8D-52FC17DFAF35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2" name="Graphic 2">
            <a:extLst>
              <a:ext uri="{FF2B5EF4-FFF2-40B4-BE49-F238E27FC236}">
                <a16:creationId xmlns:a16="http://schemas.microsoft.com/office/drawing/2014/main" id="{0F52842F-2D22-5C83-AF44-8E37FA9D2185}"/>
              </a:ext>
            </a:extLst>
          </p:cNvPr>
          <p:cNvSpPr/>
          <p:nvPr/>
        </p:nvSpPr>
        <p:spPr>
          <a:xfrm>
            <a:off x="6489928" y="3061232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marL="0" marR="0" lvl="0" indent="0" algn="l" defTabSz="45710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3" name="Customer first">
            <a:extLst>
              <a:ext uri="{FF2B5EF4-FFF2-40B4-BE49-F238E27FC236}">
                <a16:creationId xmlns:a16="http://schemas.microsoft.com/office/drawing/2014/main" id="{A6E2D555-EBB5-8992-F256-DCC5AF2D54ED}"/>
              </a:ext>
            </a:extLst>
          </p:cNvPr>
          <p:cNvSpPr txBox="1"/>
          <p:nvPr/>
        </p:nvSpPr>
        <p:spPr>
          <a:xfrm>
            <a:off x="6870828" y="3629765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b="0" i="0" u="none" strike="noStrike" kern="0" cap="none" spc="0" normalizeH="0" baseline="0" noProof="0" dirty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Grafama</a:t>
            </a:r>
            <a:r>
              <a:rPr kumimoji="0" lang="nl-NL" b="0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 en </a:t>
            </a:r>
            <a:r>
              <a:rPr kumimoji="0" lang="nl-NL" b="0" i="0" u="none" strike="noStrike" kern="0" cap="none" spc="0" normalizeH="0" baseline="0" noProof="0" dirty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OpenSearch</a:t>
            </a:r>
            <a:r>
              <a:rPr kumimoji="0" lang="nl-NL" b="0" i="0" u="none" strike="noStrike" kern="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 connectie</a:t>
            </a: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27895DA3-BF4F-2E55-4303-8CC83A36CA6A}"/>
              </a:ext>
            </a:extLst>
          </p:cNvPr>
          <p:cNvSpPr/>
          <p:nvPr/>
        </p:nvSpPr>
        <p:spPr>
          <a:xfrm>
            <a:off x="6362961" y="3619325"/>
            <a:ext cx="349159" cy="349160"/>
          </a:xfrm>
          <a:prstGeom prst="ellipse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5" name="Graphic 2">
            <a:extLst>
              <a:ext uri="{FF2B5EF4-FFF2-40B4-BE49-F238E27FC236}">
                <a16:creationId xmlns:a16="http://schemas.microsoft.com/office/drawing/2014/main" id="{9E6B6C60-56E1-4BEA-AF6C-F3A364A6A342}"/>
              </a:ext>
            </a:extLst>
          </p:cNvPr>
          <p:cNvSpPr/>
          <p:nvPr/>
        </p:nvSpPr>
        <p:spPr>
          <a:xfrm>
            <a:off x="6489928" y="3760026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marL="0" marR="0" lvl="0" indent="0" algn="l" defTabSz="45710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6" name="Think Big">
            <a:extLst>
              <a:ext uri="{FF2B5EF4-FFF2-40B4-BE49-F238E27FC236}">
                <a16:creationId xmlns:a16="http://schemas.microsoft.com/office/drawing/2014/main" id="{85C9B835-C160-CADB-D759-856C45BA853C}"/>
              </a:ext>
            </a:extLst>
          </p:cNvPr>
          <p:cNvSpPr txBox="1"/>
          <p:nvPr/>
        </p:nvSpPr>
        <p:spPr>
          <a:xfrm>
            <a:off x="6870828" y="4328560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b="0" i="0" u="none" strike="noStrike" kern="0" cap="none" spc="0" normalizeH="0" baseline="0" noProof="0" dirty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DataPrepper</a:t>
            </a: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0B6C758A-C631-FB6E-3751-C2E31B363746}"/>
              </a:ext>
            </a:extLst>
          </p:cNvPr>
          <p:cNvSpPr/>
          <p:nvPr/>
        </p:nvSpPr>
        <p:spPr>
          <a:xfrm>
            <a:off x="6362961" y="4318120"/>
            <a:ext cx="349159" cy="349159"/>
          </a:xfrm>
          <a:prstGeom prst="ellipse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C8AE456A-FFF7-037F-00B0-979509E6AD13}"/>
              </a:ext>
            </a:extLst>
          </p:cNvPr>
          <p:cNvSpPr/>
          <p:nvPr/>
        </p:nvSpPr>
        <p:spPr>
          <a:xfrm>
            <a:off x="649339" y="635728"/>
            <a:ext cx="5184557" cy="5586546"/>
          </a:xfrm>
          <a:prstGeom prst="roundRect">
            <a:avLst>
              <a:gd name="adj" fmla="val 7143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98000">
                <a:schemeClr val="accent1">
                  <a:lumMod val="90000"/>
                  <a:lumOff val="10000"/>
                </a:schemeClr>
              </a:gs>
              <a:gs pos="0">
                <a:schemeClr val="accent1"/>
              </a:gs>
            </a:gsLst>
            <a:path path="circle">
              <a:fillToRect l="100000" b="100000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ctr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4" name="Think Big">
            <a:extLst>
              <a:ext uri="{FF2B5EF4-FFF2-40B4-BE49-F238E27FC236}">
                <a16:creationId xmlns:a16="http://schemas.microsoft.com/office/drawing/2014/main" id="{FDEA121A-FAF4-1026-EED3-2931440AFEE0}"/>
              </a:ext>
            </a:extLst>
          </p:cNvPr>
          <p:cNvSpPr txBox="1"/>
          <p:nvPr/>
        </p:nvSpPr>
        <p:spPr>
          <a:xfrm>
            <a:off x="6870828" y="5064313"/>
            <a:ext cx="4062942" cy="32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412667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8A04F0F1-BDFD-8604-5C4C-8FF801609109}"/>
              </a:ext>
            </a:extLst>
          </p:cNvPr>
          <p:cNvSpPr txBox="1"/>
          <p:nvPr/>
        </p:nvSpPr>
        <p:spPr>
          <a:xfrm>
            <a:off x="1009152" y="1163048"/>
            <a:ext cx="4456466" cy="666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nl-NL" sz="3999" noProof="0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Testen</a:t>
            </a:r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A9CE7345-EAA0-F3B0-5E54-1BFF90CBD552}"/>
              </a:ext>
            </a:extLst>
          </p:cNvPr>
          <p:cNvSpPr/>
          <p:nvPr/>
        </p:nvSpPr>
        <p:spPr>
          <a:xfrm>
            <a:off x="1009152" y="5508851"/>
            <a:ext cx="476572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 lvl="0">
              <a:defRPr/>
            </a:pPr>
            <a:endParaRPr kumimoji="0" lang="nl-NL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</a:endParaRP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4B9FD0C3-C4CE-59B9-DC2A-7B08C30772C0}"/>
              </a:ext>
            </a:extLst>
          </p:cNvPr>
          <p:cNvSpPr/>
          <p:nvPr/>
        </p:nvSpPr>
        <p:spPr>
          <a:xfrm>
            <a:off x="6489928" y="4458820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marL="0" marR="0" lvl="0" indent="0" algn="l" defTabSz="45710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kumimoji="0" lang="nl-NL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7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1">
            <a:extLst>
              <a:ext uri="{FF2B5EF4-FFF2-40B4-BE49-F238E27FC236}">
                <a16:creationId xmlns:a16="http://schemas.microsoft.com/office/drawing/2014/main" id="{55BBAC28-2323-F827-DBB1-402EC3E97C0D}"/>
              </a:ext>
            </a:extLst>
          </p:cNvPr>
          <p:cNvSpPr txBox="1">
            <a:spLocks/>
          </p:cNvSpPr>
          <p:nvPr/>
        </p:nvSpPr>
        <p:spPr>
          <a:xfrm>
            <a:off x="876300" y="389412"/>
            <a:ext cx="10515600" cy="6004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accent1"/>
                </a:solidFill>
                <a:latin typeface="Lexend Medium" pitchFamily="2" charset="77"/>
                <a:ea typeface="+mj-ea"/>
                <a:cs typeface="+mj-cs"/>
              </a:defRPr>
            </a:lvl1pPr>
          </a:lstStyle>
          <a:p>
            <a:r>
              <a:rPr lang="nl-NL" dirty="0" err="1">
                <a:solidFill>
                  <a:schemeClr val="tx1"/>
                </a:solidFill>
              </a:rPr>
              <a:t>OpenTelemetry</a:t>
            </a:r>
            <a:r>
              <a:rPr lang="nl-NL" dirty="0">
                <a:solidFill>
                  <a:schemeClr val="tx1"/>
                </a:solidFill>
              </a:rPr>
              <a:t> Demo</a:t>
            </a:r>
          </a:p>
        </p:txBody>
      </p:sp>
      <p:pic>
        <p:nvPicPr>
          <p:cNvPr id="11" name="Picture 10" descr="A grey square with black text&#10;&#10;AI-generated content may be incorrect.">
            <a:extLst>
              <a:ext uri="{FF2B5EF4-FFF2-40B4-BE49-F238E27FC236}">
                <a16:creationId xmlns:a16="http://schemas.microsoft.com/office/drawing/2014/main" id="{43A36850-77FA-760C-233C-2534B3C2D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82" y="1993106"/>
            <a:ext cx="11433636" cy="287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24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asvg="http://schemas.microsoft.com/office/drawing/2016/SVG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1">
            <a:extLst>
              <a:ext uri="{FF2B5EF4-FFF2-40B4-BE49-F238E27FC236}">
                <a16:creationId xmlns:a16="http://schemas.microsoft.com/office/drawing/2014/main" id="{BCCBCBDF-10EA-17EA-4C56-BB4D0E566815}"/>
              </a:ext>
            </a:extLst>
          </p:cNvPr>
          <p:cNvSpPr txBox="1">
            <a:spLocks/>
          </p:cNvSpPr>
          <p:nvPr/>
        </p:nvSpPr>
        <p:spPr>
          <a:xfrm>
            <a:off x="876300" y="389412"/>
            <a:ext cx="10515600" cy="60045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accent1"/>
                </a:solidFill>
                <a:latin typeface="Lexend Medium" pitchFamily="2" charset="77"/>
                <a:ea typeface="+mj-ea"/>
                <a:cs typeface="+mj-cs"/>
              </a:defRPr>
            </a:lvl1pPr>
          </a:lstStyle>
          <a:p>
            <a:r>
              <a:rPr lang="nl-NL" dirty="0" err="1"/>
              <a:t>Dataprepper</a:t>
            </a:r>
            <a:r>
              <a:rPr lang="nl-NL" dirty="0"/>
              <a:t>, </a:t>
            </a:r>
            <a:r>
              <a:rPr lang="nl-NL" dirty="0" err="1"/>
              <a:t>OpenSearch</a:t>
            </a:r>
            <a:r>
              <a:rPr lang="nl-NL" dirty="0"/>
              <a:t>, </a:t>
            </a:r>
            <a:r>
              <a:rPr lang="nl-NL" dirty="0" err="1"/>
              <a:t>Grafana</a:t>
            </a:r>
            <a:r>
              <a:rPr lang="nl-NL" dirty="0"/>
              <a:t> </a:t>
            </a:r>
          </a:p>
        </p:txBody>
      </p:sp>
      <p:pic>
        <p:nvPicPr>
          <p:cNvPr id="8" name="Picture 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97D37C0A-96FC-6C54-7737-0A3AC4C37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5" y="2121693"/>
            <a:ext cx="11310389" cy="284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0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AB191C34-D0EE-BCBE-2AD1-68ECF4BD56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noProof="0" dirty="0"/>
              <a:t>Suggestie</a:t>
            </a:r>
          </a:p>
        </p:txBody>
      </p:sp>
      <p:sp>
        <p:nvSpPr>
          <p:cNvPr id="52" name="Title 51">
            <a:extLst>
              <a:ext uri="{FF2B5EF4-FFF2-40B4-BE49-F238E27FC236}">
                <a16:creationId xmlns:a16="http://schemas.microsoft.com/office/drawing/2014/main" id="{9592220A-67DC-5D04-B9EF-644A09F5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noProof="0" dirty="0"/>
              <a:t>Volgende Sprint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499114B-ACF5-A2F9-D166-F51C9A2E1691}"/>
              </a:ext>
            </a:extLst>
          </p:cNvPr>
          <p:cNvCxnSpPr>
            <a:cxnSpLocks/>
            <a:endCxn id="119" idx="2"/>
          </p:cNvCxnSpPr>
          <p:nvPr/>
        </p:nvCxnSpPr>
        <p:spPr>
          <a:xfrm>
            <a:off x="2805073" y="2452488"/>
            <a:ext cx="5347172" cy="1"/>
          </a:xfrm>
          <a:prstGeom prst="line">
            <a:avLst/>
          </a:prstGeom>
          <a:ln w="25400" cmpd="sng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E714EFFE-455C-165B-E37F-8FE2B3948390}"/>
              </a:ext>
            </a:extLst>
          </p:cNvPr>
          <p:cNvSpPr/>
          <p:nvPr/>
        </p:nvSpPr>
        <p:spPr>
          <a:xfrm>
            <a:off x="2686051" y="2335830"/>
            <a:ext cx="233319" cy="233317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116CEE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85763E2-FF01-31BC-57D4-0B098B02F6B4}"/>
              </a:ext>
            </a:extLst>
          </p:cNvPr>
          <p:cNvSpPr/>
          <p:nvPr/>
        </p:nvSpPr>
        <p:spPr>
          <a:xfrm>
            <a:off x="5419148" y="2335830"/>
            <a:ext cx="233319" cy="233317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116CEE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AE193920-17F7-8100-E315-3F2EEF9CD873}"/>
              </a:ext>
            </a:extLst>
          </p:cNvPr>
          <p:cNvSpPr/>
          <p:nvPr/>
        </p:nvSpPr>
        <p:spPr>
          <a:xfrm>
            <a:off x="8152245" y="2335830"/>
            <a:ext cx="233319" cy="233317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116CEE"/>
              </a:solidFill>
              <a:effectLst/>
              <a:uLnTx/>
              <a:uFillTx/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29" name="2021">
            <a:extLst>
              <a:ext uri="{FF2B5EF4-FFF2-40B4-BE49-F238E27FC236}">
                <a16:creationId xmlns:a16="http://schemas.microsoft.com/office/drawing/2014/main" id="{9A017046-86A0-C4C2-CA29-A91046F17188}"/>
              </a:ext>
            </a:extLst>
          </p:cNvPr>
          <p:cNvSpPr txBox="1"/>
          <p:nvPr/>
        </p:nvSpPr>
        <p:spPr>
          <a:xfrm>
            <a:off x="2477655" y="2680761"/>
            <a:ext cx="2200274" cy="4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 anchor="b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Test </a:t>
            </a:r>
            <a:r>
              <a:rPr lang="nl-NL" sz="2000" b="1" noProof="0" dirty="0">
                <a:solidFill>
                  <a:srgbClr val="000000"/>
                </a:solidFill>
                <a:latin typeface="Lexend SemiBold" pitchFamily="2" charset="77"/>
                <a:cs typeface="Montserrat" panose="00000500000000000000" pitchFamily="2" charset="0"/>
              </a:rPr>
              <a:t>d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ata OTel demo</a:t>
            </a:r>
          </a:p>
        </p:txBody>
      </p:sp>
      <p:sp>
        <p:nvSpPr>
          <p:cNvPr id="130" name="Firstly we will do this">
            <a:extLst>
              <a:ext uri="{FF2B5EF4-FFF2-40B4-BE49-F238E27FC236}">
                <a16:creationId xmlns:a16="http://schemas.microsoft.com/office/drawing/2014/main" id="{F97BD595-9B98-81C7-CD97-1BD3C8C6A413}"/>
              </a:ext>
            </a:extLst>
          </p:cNvPr>
          <p:cNvSpPr txBox="1"/>
          <p:nvPr/>
        </p:nvSpPr>
        <p:spPr>
          <a:xfrm>
            <a:off x="2477655" y="3147570"/>
            <a:ext cx="2395612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Aansluiten demo voor test data</a:t>
            </a:r>
          </a:p>
        </p:txBody>
      </p:sp>
      <p:sp>
        <p:nvSpPr>
          <p:cNvPr id="131" name="2021">
            <a:extLst>
              <a:ext uri="{FF2B5EF4-FFF2-40B4-BE49-F238E27FC236}">
                <a16:creationId xmlns:a16="http://schemas.microsoft.com/office/drawing/2014/main" id="{5FDDC239-44DF-937B-12CD-231D3EAA74F0}"/>
              </a:ext>
            </a:extLst>
          </p:cNvPr>
          <p:cNvSpPr txBox="1"/>
          <p:nvPr/>
        </p:nvSpPr>
        <p:spPr>
          <a:xfrm>
            <a:off x="5210752" y="2680761"/>
            <a:ext cx="2200274" cy="4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 anchor="b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OpenSearch</a:t>
            </a:r>
            <a:endParaRPr kumimoji="0" lang="nl-NL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exend SemiBold" pitchFamily="2" charset="77"/>
              <a:ea typeface="+mn-ea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132" name="Firstly we will do this">
            <a:extLst>
              <a:ext uri="{FF2B5EF4-FFF2-40B4-BE49-F238E27FC236}">
                <a16:creationId xmlns:a16="http://schemas.microsoft.com/office/drawing/2014/main" id="{93CFE16B-689C-3F6F-1912-D26D2CB7AE5A}"/>
              </a:ext>
            </a:extLst>
          </p:cNvPr>
          <p:cNvSpPr txBox="1"/>
          <p:nvPr/>
        </p:nvSpPr>
        <p:spPr>
          <a:xfrm>
            <a:off x="5210751" y="3147570"/>
            <a:ext cx="2240383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800" noProof="0" dirty="0">
                <a:solidFill>
                  <a:srgbClr val="000000"/>
                </a:solidFill>
                <a:latin typeface="Lexend Medium" pitchFamily="2" charset="77"/>
                <a:cs typeface="Montserrat" panose="00000500000000000000" pitchFamily="2" charset="0"/>
              </a:rPr>
              <a:t>Onderzoek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Filteren</a:t>
            </a:r>
          </a:p>
        </p:txBody>
      </p:sp>
      <p:sp>
        <p:nvSpPr>
          <p:cNvPr id="5" name="2021">
            <a:extLst>
              <a:ext uri="{FF2B5EF4-FFF2-40B4-BE49-F238E27FC236}">
                <a16:creationId xmlns:a16="http://schemas.microsoft.com/office/drawing/2014/main" id="{2B4A0D64-265E-2288-70EB-2B4309490B5A}"/>
              </a:ext>
            </a:extLst>
          </p:cNvPr>
          <p:cNvSpPr txBox="1"/>
          <p:nvPr/>
        </p:nvSpPr>
        <p:spPr>
          <a:xfrm>
            <a:off x="7943850" y="2665528"/>
            <a:ext cx="2200274" cy="41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 anchor="b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Grafana</a:t>
            </a:r>
          </a:p>
        </p:txBody>
      </p:sp>
      <p:sp>
        <p:nvSpPr>
          <p:cNvPr id="6" name="Firstly we will do this">
            <a:extLst>
              <a:ext uri="{FF2B5EF4-FFF2-40B4-BE49-F238E27FC236}">
                <a16:creationId xmlns:a16="http://schemas.microsoft.com/office/drawing/2014/main" id="{731415C4-06CF-E69E-7D7D-F729497C18D9}"/>
              </a:ext>
            </a:extLst>
          </p:cNvPr>
          <p:cNvSpPr txBox="1"/>
          <p:nvPr/>
        </p:nvSpPr>
        <p:spPr>
          <a:xfrm>
            <a:off x="7943849" y="3132337"/>
            <a:ext cx="2240383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exend Medium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Voorbeeld dashboards</a:t>
            </a:r>
          </a:p>
        </p:txBody>
      </p:sp>
    </p:spTree>
    <p:extLst>
      <p:ext uri="{BB962C8B-B14F-4D97-AF65-F5344CB8AC3E}">
        <p14:creationId xmlns:p14="http://schemas.microsoft.com/office/powerpoint/2010/main" val="36008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estor Presentation">
            <a:extLst>
              <a:ext uri="{FF2B5EF4-FFF2-40B4-BE49-F238E27FC236}">
                <a16:creationId xmlns:a16="http://schemas.microsoft.com/office/drawing/2014/main" id="{DC2577AF-E4DD-2809-31E5-A62687CBCD6A}"/>
              </a:ext>
            </a:extLst>
          </p:cNvPr>
          <p:cNvSpPr txBox="1"/>
          <p:nvPr/>
        </p:nvSpPr>
        <p:spPr>
          <a:xfrm>
            <a:off x="634834" y="2787966"/>
            <a:ext cx="10919156" cy="1282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mc="http://schemas.openxmlformats.org/markup-compatibility/2006" xmlns:p14="http://schemas.microsoft.com/office/powerpoint/2010/main" xmlns:a16="http://schemas.microsoft.com/office/drawing/2014/main" val="1"/>
            </a:ext>
          </a:extLst>
        </p:spPr>
        <p:txBody>
          <a:bodyPr lIns="25393" tIns="25393" rIns="25393" bIns="25393" anchor="t">
            <a:spAutoFit/>
          </a:bodyPr>
          <a:lstStyle>
            <a:lvl1pPr>
              <a:lnSpc>
                <a:spcPct val="100000"/>
              </a:lnSpc>
              <a:defRPr sz="16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998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Vragen</a:t>
            </a:r>
            <a:r>
              <a:rPr kumimoji="0" lang="en-US" sz="799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+mn-ea"/>
                <a:cs typeface="Montserrat" panose="00000500000000000000" pitchFamily="2" charset="0"/>
                <a:sym typeface="Montserrat" panose="000005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9973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meXio Light">
  <a:themeElements>
    <a:clrScheme name="AmeXi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84771"/>
      </a:accent1>
      <a:accent2>
        <a:srgbClr val="D9E8F5"/>
      </a:accent2>
      <a:accent3>
        <a:srgbClr val="ED6C24"/>
      </a:accent3>
      <a:accent4>
        <a:srgbClr val="0A1C35"/>
      </a:accent4>
      <a:accent5>
        <a:srgbClr val="86ABD3"/>
      </a:accent5>
      <a:accent6>
        <a:srgbClr val="FFC155"/>
      </a:accent6>
      <a:hlink>
        <a:srgbClr val="EC6B23"/>
      </a:hlink>
      <a:folHlink>
        <a:srgbClr val="85ABD3"/>
      </a:folHlink>
    </a:clrScheme>
    <a:fontScheme name="Acolad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5E8C6467-3FCF-45E2-823E-13D0C05D5583}" vid="{4BD5CE26-D102-4123-A983-D0D4390B1666}"/>
    </a:ext>
  </a:extLst>
</a:theme>
</file>

<file path=ppt/theme/theme3.xml><?xml version="1.0" encoding="utf-8"?>
<a:theme xmlns:a="http://schemas.openxmlformats.org/drawingml/2006/main" name="AmeXio Dark">
  <a:themeElements>
    <a:clrScheme name="AmeXi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84771"/>
      </a:accent1>
      <a:accent2>
        <a:srgbClr val="D9E8F5"/>
      </a:accent2>
      <a:accent3>
        <a:srgbClr val="ED6C24"/>
      </a:accent3>
      <a:accent4>
        <a:srgbClr val="0A1C35"/>
      </a:accent4>
      <a:accent5>
        <a:srgbClr val="86ABD3"/>
      </a:accent5>
      <a:accent6>
        <a:srgbClr val="FFC155"/>
      </a:accent6>
      <a:hlink>
        <a:srgbClr val="EC6B23"/>
      </a:hlink>
      <a:folHlink>
        <a:srgbClr val="85ABD3"/>
      </a:folHlink>
    </a:clrScheme>
    <a:fontScheme name="Acolad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5E8C6467-3FCF-45E2-823E-13D0C05D5583}" vid="{A6A3F37D-F7DE-4554-A0FE-9B8FD0B8E34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AmeXio">
    <a:dk1>
      <a:srgbClr val="000000"/>
    </a:dk1>
    <a:lt1>
      <a:srgbClr val="FFFFFF"/>
    </a:lt1>
    <a:dk2>
      <a:srgbClr val="000000"/>
    </a:dk2>
    <a:lt2>
      <a:srgbClr val="FFFFFF"/>
    </a:lt2>
    <a:accent1>
      <a:srgbClr val="084771"/>
    </a:accent1>
    <a:accent2>
      <a:srgbClr val="D9E8F5"/>
    </a:accent2>
    <a:accent3>
      <a:srgbClr val="ED6C24"/>
    </a:accent3>
    <a:accent4>
      <a:srgbClr val="0A1C35"/>
    </a:accent4>
    <a:accent5>
      <a:srgbClr val="86ABD3"/>
    </a:accent5>
    <a:accent6>
      <a:srgbClr val="FFC155"/>
    </a:accent6>
    <a:hlink>
      <a:srgbClr val="EC6B23"/>
    </a:hlink>
    <a:folHlink>
      <a:srgbClr val="85ABD3"/>
    </a:folHlink>
  </a:clrScheme>
</a:themeOverride>
</file>

<file path=ppt/theme/themeOverride2.xml><?xml version="1.0" encoding="utf-8"?>
<a:themeOverride xmlns:a="http://schemas.openxmlformats.org/drawingml/2006/main">
  <a:clrScheme name="AmeXio">
    <a:dk1>
      <a:srgbClr val="000000"/>
    </a:dk1>
    <a:lt1>
      <a:srgbClr val="FFFFFF"/>
    </a:lt1>
    <a:dk2>
      <a:srgbClr val="000000"/>
    </a:dk2>
    <a:lt2>
      <a:srgbClr val="FFFFFF"/>
    </a:lt2>
    <a:accent1>
      <a:srgbClr val="084771"/>
    </a:accent1>
    <a:accent2>
      <a:srgbClr val="D9E8F5"/>
    </a:accent2>
    <a:accent3>
      <a:srgbClr val="ED6C24"/>
    </a:accent3>
    <a:accent4>
      <a:srgbClr val="0A1C35"/>
    </a:accent4>
    <a:accent5>
      <a:srgbClr val="86ABD3"/>
    </a:accent5>
    <a:accent6>
      <a:srgbClr val="FFC155"/>
    </a:accent6>
    <a:hlink>
      <a:srgbClr val="EC6B23"/>
    </a:hlink>
    <a:folHlink>
      <a:srgbClr val="85ABD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157</Words>
  <Application>Microsoft Office PowerPoint</Application>
  <PresentationFormat>Widescreen</PresentationFormat>
  <Paragraphs>69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Aptos Display</vt:lpstr>
      <vt:lpstr>Arial</vt:lpstr>
      <vt:lpstr>Lexend Light</vt:lpstr>
      <vt:lpstr>Lexend Medium</vt:lpstr>
      <vt:lpstr>Lexend SemiBold</vt:lpstr>
      <vt:lpstr>Montserrat</vt:lpstr>
      <vt:lpstr>Office Theme</vt:lpstr>
      <vt:lpstr>AmeXio Light</vt:lpstr>
      <vt:lpstr>AmeXio Dark</vt:lpstr>
      <vt:lpstr>Delivery 2</vt:lpstr>
      <vt:lpstr>PowerPoint Presentation</vt:lpstr>
      <vt:lpstr>PowerPoint Presentation</vt:lpstr>
      <vt:lpstr>Design</vt:lpstr>
      <vt:lpstr>Design</vt:lpstr>
      <vt:lpstr>PowerPoint Presentation</vt:lpstr>
      <vt:lpstr>PowerPoint Presentation</vt:lpstr>
      <vt:lpstr>PowerPoint Presentation</vt:lpstr>
      <vt:lpstr>PowerPoint Presentation</vt:lpstr>
      <vt:lpstr>Volgende Sprint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Verkuijlen,Bram A.G.M.</dc:creator>
  <cp:lastModifiedBy>Bram Verkuijlen</cp:lastModifiedBy>
  <cp:revision>15</cp:revision>
  <dcterms:created xsi:type="dcterms:W3CDTF">2025-09-26T11:13:52Z</dcterms:created>
  <dcterms:modified xsi:type="dcterms:W3CDTF">2025-10-14T09:26:06Z</dcterms:modified>
</cp:coreProperties>
</file>