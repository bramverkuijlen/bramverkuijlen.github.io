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147474122" r:id="rId2"/>
    <p:sldId id="2147473973" r:id="rId3"/>
    <p:sldId id="2147473665" r:id="rId4"/>
    <p:sldId id="2147474125" r:id="rId5"/>
    <p:sldId id="2147474123" r:id="rId6"/>
    <p:sldId id="2147473704" r:id="rId7"/>
    <p:sldId id="2147474124" r:id="rId8"/>
    <p:sldId id="2147474129" r:id="rId9"/>
    <p:sldId id="2147474126" r:id="rId10"/>
    <p:sldId id="2147474127" r:id="rId11"/>
    <p:sldId id="2147474128" r:id="rId12"/>
    <p:sldId id="2147473977" r:id="rId13"/>
    <p:sldId id="2147473643" r:id="rId1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65B01-4606-40AC-93E3-AD2387E162FF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69790-A626-4BEA-BF0F-DDF08C24D8D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26670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BDF96-D5CA-4A74-A36D-818AC70E8BD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0098C-8744-4235-CCDC-D177C4E75AE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4BCB922-72D5-234C-8D93-FB6B96B41EAE}" type="datetime1">
              <a:rPr lang="en-US" smtClean="0"/>
              <a:t>9/26/2025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042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BDF96-D5CA-4A74-A36D-818AC70E8BD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2B841-6AF7-D9CC-9C5F-9B654AC0ED5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65C151D-6355-E34E-942A-73B02B2310DF}" type="datetime1">
              <a:rPr lang="en-US" smtClean="0"/>
              <a:t>9/26/2025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490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1B2CD-36DD-4FF5-E041-FE515830E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829A1-BE6D-0355-F632-6A5738E1A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6AC46-477A-6C47-6A6E-212752280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607C7-6D11-6CC5-2F18-9FCBCCCD7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BDF96-D5CA-4A74-A36D-818AC70E8BD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074B0-47A4-BF40-C0D2-1C4CAD70454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65C151D-6355-E34E-942A-73B02B2310DF}" type="datetime1">
              <a:rPr lang="en-US" smtClean="0"/>
              <a:t>9/26/2025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094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29C2F-FEBA-77B4-40F9-9144414E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896B8A-704E-53C2-BEC7-7CA1C2BD8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133D4-E9A7-5C96-0C96-B1EB9AF3A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5351A-34CB-F4E2-2A39-E0CFCAC6C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BDF96-D5CA-4A74-A36D-818AC70E8BD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2DC5C-5906-58D0-E206-CF2938AFEBE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65C151D-6355-E34E-942A-73B02B2310DF}" type="datetime1">
              <a:rPr lang="en-US" smtClean="0"/>
              <a:t>9/26/2025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820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0F924-F33E-1FF8-94BC-6A4A941D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4A09D4-4762-428B-2103-A5F107BC15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041B9-65F6-1144-9140-0348EC6CC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DB13F-A50E-D11E-8DF5-844CABA77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BDF96-D5CA-4A74-A36D-818AC70E8BD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F4E94-FC50-E8CE-0417-62D8D29D595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065C151D-6355-E34E-942A-73B02B2310DF}" type="datetime1">
              <a:rPr lang="en-US" smtClean="0"/>
              <a:t>9/26/2025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31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41554-0B53-2587-EC2F-D03BC964E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E1AED-5447-3690-8F15-2D8041A8D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34C3C-13FA-603C-F749-35A310D28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178B8-648F-FA4C-7A3E-D0720E16C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233B6-EE01-4815-1E13-91C826EA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2309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334A1-18C3-E011-4D4B-69A6BBB9C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FA1F9-CE72-7D2A-1F87-CF4C4D42D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C6940-FD8A-FEA5-02B5-E09101D23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22F36-352C-2D84-1806-95F3879BF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AEC60-4E99-955A-B2BA-85F3BF48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705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51D8-FED3-5A3B-63C4-B4D853B3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F1D19-ED80-61C7-BA49-73B478941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FED45-C2E9-2838-8A1C-821EC4BD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AB3F6-1940-840B-C4FC-18EFBB4B2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FCE7-C650-62F9-735D-89AE925D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8702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2264-7ABE-AF39-3DE9-C9ACEC8D2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32F8-7552-778A-F91C-277687A6B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55F03-B3F7-AE77-C429-2C84695EA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B0272-C606-4C75-7806-3456E0B8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1EC23-EFA0-1CBA-B495-AF46FF006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4F652-53D8-48B4-B3FB-BC3AE3FC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839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E5C9-8281-B024-B070-C51AA08AD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2FD01-9A24-7235-6559-E3393ED64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D6E39-237B-0619-7ED1-48C3D9A48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F92D5-F876-7CD4-DE56-D241467AC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4824C-5314-FFC0-640A-085470959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D4B77-AE2A-5236-BDD9-CE7409F42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0F31DE-DBDE-EF1F-D618-D337A22F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C9304-AD61-986E-1F19-2FEC89B4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3026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844C0-DD13-49D5-DE41-A4B7BB95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B61574-3574-E555-E326-42D68AF6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49789B-5B46-1744-2A79-E8F62F02D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F7C447-451C-EE6A-9FC8-0A5CA801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775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5F718-5031-4476-3A9F-DAB92071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44525-91E6-DE02-B191-A0CAC369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A48D7-32C0-4B2F-99D3-A8903AEF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6078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A63C-36DF-46DA-4948-252639B86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58255-08DF-5250-5A04-5DFA45D85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8F4432-742C-232E-7C8E-55CE85B27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EE2A-0FA5-47AC-E078-FBB18D7A9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E770D-0E99-C4C5-FE0B-00155AA2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9A5BC-6419-DB54-94FA-F0892E55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6799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DCB1-C368-1F31-B1B5-AF91A0B1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9F9436-D05B-4AC7-F506-08B0175C6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53843-BC34-FBA3-5764-5CD8625B8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C6334-7642-9DC5-7408-38A0D9407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C7F8F2-FA24-8C21-5C10-413194F33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2C14B-691A-E562-9384-0BB7DC584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36583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13CB-FD04-08D5-A1CB-0DACC219E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1CD95-F3CA-1D07-A059-93549E71C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700ED-677B-9605-1539-BC6A8C49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D651B-F93F-6511-BE6D-DDBCDF52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0109B-DE6B-6542-209F-335DCEF8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611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CCF98C-1593-9728-4C99-4D1AEB301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CD46B0-A071-30D0-7346-C980DE443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05F98-5D8F-DC9C-A13C-F40922B0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BE8B3-7191-743F-3C34-BEADF07B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39D01-FAB1-E1F6-49E4-9E2B984A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37289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8FDD6D-50D0-DD04-BD81-0CB89C2838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89"/>
                    </a14:imgEffect>
                    <a14:imgEffect>
                      <a14:brightnessContrast bright="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B5942621-F5A1-2F94-AF1C-E9D24429E812}"/>
              </a:ext>
            </a:extLst>
          </p:cNvPr>
          <p:cNvSpPr/>
          <p:nvPr userDrawn="1"/>
        </p:nvSpPr>
        <p:spPr>
          <a:xfrm rot="5400000">
            <a:off x="2666998" y="-2666999"/>
            <a:ext cx="6858002" cy="12192002"/>
          </a:xfrm>
          <a:prstGeom prst="rect">
            <a:avLst/>
          </a:prstGeom>
          <a:gradFill flip="none" rotWithShape="1">
            <a:gsLst>
              <a:gs pos="30000">
                <a:schemeClr val="accent3">
                  <a:alpha val="30886"/>
                </a:schemeClr>
              </a:gs>
              <a:gs pos="1000">
                <a:schemeClr val="accent6">
                  <a:alpha val="35158"/>
                </a:schemeClr>
              </a:gs>
              <a:gs pos="96000">
                <a:schemeClr val="accent2">
                  <a:lumMod val="10000"/>
                </a:schemeClr>
              </a:gs>
              <a:gs pos="66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7248F529-6E74-DEA8-F5C5-88B7D88CD9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844" y="2217051"/>
            <a:ext cx="7537529" cy="1325563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4000" b="1" i="0">
                <a:solidFill>
                  <a:schemeClr val="tx1"/>
                </a:solidFill>
                <a:latin typeface="Lexend SemiBold" pitchFamily="2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DA7EFE7C-C2D4-0E05-9369-036704ADE3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2776" y="4340374"/>
            <a:ext cx="1728788" cy="27853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buNone/>
              <a:defRPr lang="en-US" sz="1100" b="0" i="0" spc="0" dirty="0" smtClean="0">
                <a:solidFill>
                  <a:schemeClr val="tx1"/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None/>
              <a:defRPr lang="en-US" sz="1100" dirty="0" smtClean="0">
                <a:solidFill>
                  <a:schemeClr val="bg1"/>
                </a:solidFill>
              </a:defRPr>
            </a:lvl2pPr>
            <a:lvl3pPr marL="685800" indent="0">
              <a:buNone/>
              <a:defRPr lang="en-US" sz="1100" dirty="0" smtClean="0">
                <a:solidFill>
                  <a:schemeClr val="bg1"/>
                </a:solidFill>
              </a:defRPr>
            </a:lvl3pPr>
            <a:lvl4pPr marL="1143000" indent="0">
              <a:buNone/>
              <a:defRPr lang="en-US" sz="1100" dirty="0" smtClean="0">
                <a:solidFill>
                  <a:schemeClr val="bg1"/>
                </a:solidFill>
              </a:defRPr>
            </a:lvl4pPr>
            <a:lvl5pPr marL="1600200" indent="0">
              <a:buNone/>
              <a:defRPr lang="en-US" sz="1100" dirty="0">
                <a:solidFill>
                  <a:schemeClr val="bg1"/>
                </a:solidFill>
              </a:defRPr>
            </a:lvl5pPr>
          </a:lstStyle>
          <a:p>
            <a:pPr marL="0" lvl="0"/>
            <a:r>
              <a:rPr lang="en-US" dirty="0"/>
              <a:t>Date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F6896D75-6287-21C1-DE94-9812524ACC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398635"/>
          </a:xfrm>
          <a:prstGeom prst="rect">
            <a:avLst/>
          </a:prstGeom>
          <a:noFill/>
        </p:spPr>
        <p:txBody>
          <a:bodyPr wrap="square" lIns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800" b="0" i="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Lexend Light" pitchFamily="2" charset="77"/>
                <a:ea typeface="Lexend Light" pitchFamily="2" charset="77"/>
                <a:cs typeface="Lexend Light" pitchFamily="2" charset="77"/>
              </a:defRPr>
            </a:lvl1pPr>
            <a:lvl2pPr marL="2286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2pPr>
            <a:lvl3pPr marL="6858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3pPr>
            <a:lvl4pPr marL="1143000" indent="0">
              <a:buFontTx/>
              <a:buNone/>
              <a:defRPr lang="en-US" sz="1800" dirty="0" smtClean="0">
                <a:solidFill>
                  <a:schemeClr val="bg1"/>
                </a:solidFill>
                <a:latin typeface="+mn-lt"/>
              </a:defRPr>
            </a:lvl4pPr>
            <a:lvl5pPr marL="1600200" indent="0">
              <a:buFontTx/>
              <a:buNone/>
              <a:defRPr lang="en-US" sz="1800" dirty="0">
                <a:solidFill>
                  <a:schemeClr val="bg1"/>
                </a:solidFill>
                <a:latin typeface="+mn-lt"/>
              </a:defRPr>
            </a:lvl5pPr>
          </a:lstStyle>
          <a:p>
            <a:pPr marL="0" lvl="0"/>
            <a:r>
              <a:rPr lang="en-US"/>
              <a:t>Click to edit Master text styles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F2C6EF7-FFFB-8C20-9A51-1D151028BD9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63943" y="1205724"/>
            <a:ext cx="2447669" cy="50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4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|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65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laimer-English (United States)">
            <a:extLst>
              <a:ext uri="{FF2B5EF4-FFF2-40B4-BE49-F238E27FC236}">
                <a16:creationId xmlns:a16="http://schemas.microsoft.com/office/drawing/2014/main" id="{D5D0D6BE-02E5-E18B-FDCC-7D631EC2BB0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48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 |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sclaimer-English (United States)">
            <a:extLst>
              <a:ext uri="{FF2B5EF4-FFF2-40B4-BE49-F238E27FC236}">
                <a16:creationId xmlns:a16="http://schemas.microsoft.com/office/drawing/2014/main" id="{C2CCECB1-C0FC-53E3-D16A-F1D39ABD912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52149" y="6313515"/>
            <a:ext cx="596646" cy="26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t" anchorCtr="0">
            <a:noAutofit/>
          </a:bodyPr>
          <a:lstStyle/>
          <a:p>
            <a:pPr algn="ctr" defTabSz="804863" eaLnBrk="0" hangingPunct="0"/>
            <a:fld id="{BDA852C8-1DAB-6641-A0E8-01E5234DCC82}" type="slidenum">
              <a:rPr lang="en-US" sz="1050" b="0" i="0" smtClean="0">
                <a:solidFill>
                  <a:schemeClr val="tx1"/>
                </a:solidFill>
                <a:latin typeface="Lexend Medium" pitchFamily="2" charset="77"/>
                <a:ea typeface="Montserrat" panose="00000500000000000000" pitchFamily="2" charset="0"/>
                <a:cs typeface="Montserrat" panose="00000500000000000000" pitchFamily="2" charset="0"/>
              </a:rPr>
              <a:t>‹#›</a:t>
            </a:fld>
            <a:endParaRPr lang="en-US" sz="1050" b="0" i="0" dirty="0">
              <a:solidFill>
                <a:schemeClr val="tx1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EF81821-C345-2C91-7E03-C69661B1E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6302" y="989868"/>
            <a:ext cx="10515598" cy="388931"/>
          </a:xfrm>
          <a:prstGeom prst="rect">
            <a:avLst/>
          </a:prstGeom>
        </p:spPr>
        <p:txBody>
          <a:bodyPr lIns="0" r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 i="0">
                <a:solidFill>
                  <a:schemeClr val="accent3">
                    <a:lumMod val="60000"/>
                    <a:lumOff val="40000"/>
                  </a:schemeClr>
                </a:solidFill>
                <a:latin typeface="Lexend Medium" pitchFamily="2" charset="77"/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en-FI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E13F8D0-B5D6-74E4-D0A6-6A5CA0ADE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389412"/>
            <a:ext cx="10515600" cy="600456"/>
          </a:xfrm>
          <a:prstGeom prst="rect">
            <a:avLst/>
          </a:prstGeom>
        </p:spPr>
        <p:txBody>
          <a:bodyPr lIns="0" rIns="0" anchor="ctr" anchorCtr="0"/>
          <a:lstStyle/>
          <a:p>
            <a:r>
              <a:rPr lang="en-GB" dirty="0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027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p15="http://schemas.microsoft.com/office/powerpoint/2012/main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000FFB-C85D-0240-E82C-FBF6F7028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B7336-8C8B-FE75-C8ED-AEFE2029F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FA4D9-F9D1-485D-3C29-40DE3F5A2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4134D-7E15-407A-8435-7184106C40D7}" type="datetimeFigureOut">
              <a:rPr lang="en-NL" smtClean="0"/>
              <a:t>26/09/2025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6FEB3-0E0A-E0E1-BACE-51F9FC674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F0D5F-418A-6B19-9342-CA77A0AEA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998BB-EF5C-4E2D-A82E-A266380CEFC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68556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fhict.instructure.com/accounts/1/external_tools/23360?launch_type=global_navigation" TargetMode="Externa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E76F348A-138C-87BC-2E3E-0C50CB90862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274826" cy="6988635"/>
          </a:xfrm>
          <a:prstGeom prst="rect">
            <a:avLst/>
          </a:prstGeom>
        </p:spPr>
      </p:pic>
      <p:sp>
        <p:nvSpPr>
          <p:cNvPr id="4" name="gradient">
            <a:extLst>
              <a:ext uri="{FF2B5EF4-FFF2-40B4-BE49-F238E27FC236}">
                <a16:creationId xmlns:a16="http://schemas.microsoft.com/office/drawing/2014/main" id="{F81036C9-E1AE-2F2F-7469-9835BE141B56}"/>
              </a:ext>
            </a:extLst>
          </p:cNvPr>
          <p:cNvSpPr/>
          <p:nvPr/>
        </p:nvSpPr>
        <p:spPr>
          <a:xfrm rot="5400000">
            <a:off x="2643094" y="-2643096"/>
            <a:ext cx="6988637" cy="1227482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7000"/>
                  <a:lumMod val="100000"/>
                </a:schemeClr>
              </a:gs>
              <a:gs pos="30000">
                <a:schemeClr val="accent3">
                  <a:alpha val="30886"/>
                </a:schemeClr>
              </a:gs>
              <a:gs pos="18000">
                <a:schemeClr val="accent6">
                  <a:alpha val="35158"/>
                </a:schemeClr>
              </a:gs>
              <a:gs pos="96000">
                <a:schemeClr val="accent2">
                  <a:lumMod val="10000"/>
                </a:schemeClr>
              </a:gs>
              <a:gs pos="66000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1572081-E3DE-1020-ED2B-B2946CDD2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Delivery 1</a:t>
            </a:r>
            <a:endParaRPr lang="nl-NL" dirty="0">
              <a:solidFill>
                <a:schemeClr val="bg1"/>
              </a:solidFill>
            </a:endParaRP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4D13F511-BB32-EC86-66CF-09940B7F16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92776" y="4340374"/>
            <a:ext cx="1728788" cy="244682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29 september 225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C3FDB5-B354-7D5B-77FD-C889D9F456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3559635"/>
            <a:ext cx="7537529" cy="341632"/>
          </a:xfrm>
        </p:spPr>
        <p:txBody>
          <a:bodyPr/>
          <a:lstStyle/>
          <a:p>
            <a:r>
              <a:rPr lang="en-US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Analyse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Graphic 4">
            <a:extLst>
              <a:ext uri="{FF2B5EF4-FFF2-40B4-BE49-F238E27FC236}">
                <a16:creationId xmlns:a16="http://schemas.microsoft.com/office/drawing/2014/main" id="{7942D829-241E-9F52-802D-A26A37AFC3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6300" y="1438820"/>
            <a:ext cx="2422254" cy="68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4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F39572C-F98C-9867-7BC9-EF1BE9954090}"/>
              </a:ext>
            </a:extLst>
          </p:cNvPr>
          <p:cNvGrpSpPr/>
          <p:nvPr/>
        </p:nvGrpSpPr>
        <p:grpSpPr>
          <a:xfrm>
            <a:off x="6928104" y="1988159"/>
            <a:ext cx="5101611" cy="345465"/>
            <a:chOff x="838200" y="1929400"/>
            <a:chExt cx="5101611" cy="345465"/>
          </a:xfrm>
        </p:grpSpPr>
        <p:sp>
          <p:nvSpPr>
            <p:cNvPr id="4" name="Executive summary">
              <a:extLst>
                <a:ext uri="{FF2B5EF4-FFF2-40B4-BE49-F238E27FC236}">
                  <a16:creationId xmlns:a16="http://schemas.microsoft.com/office/drawing/2014/main" id="{59452445-6A86-2EB8-DBF9-7A64B3B4CA5C}"/>
                </a:ext>
              </a:extLst>
            </p:cNvPr>
            <p:cNvSpPr txBox="1"/>
            <p:nvPr/>
          </p:nvSpPr>
          <p:spPr>
            <a:xfrm>
              <a:off x="1273776" y="1929400"/>
              <a:ext cx="4666035" cy="3454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en-US" sz="1600" dirty="0" err="1">
                  <a:latin typeface="Lexend Medium" pitchFamily="2" charset="77"/>
                  <a:cs typeface="Montserrat" panose="00000500000000000000" pitchFamily="2" charset="0"/>
                </a:rPr>
                <a:t>Systeem</a:t>
              </a:r>
              <a:r>
                <a:rPr lang="en-US" sz="1600" dirty="0">
                  <a:latin typeface="Lexend Medium" pitchFamily="2" charset="77"/>
                  <a:cs typeface="Montserrat" panose="00000500000000000000" pitchFamily="2" charset="0"/>
                </a:rPr>
                <a:t> </a:t>
              </a:r>
              <a:r>
                <a:rPr lang="en-US" sz="1600" dirty="0" err="1">
                  <a:latin typeface="Lexend Medium" pitchFamily="2" charset="77"/>
                  <a:cs typeface="Montserrat" panose="00000500000000000000" pitchFamily="2" charset="0"/>
                </a:rPr>
                <a:t>overzicht</a:t>
              </a:r>
              <a:r>
                <a:rPr lang="en-US" sz="1600" dirty="0">
                  <a:latin typeface="Lexend Medium" pitchFamily="2" charset="77"/>
                  <a:cs typeface="Montserrat" panose="00000500000000000000" pitchFamily="2" charset="0"/>
                </a:rPr>
                <a:t> SVB</a:t>
              </a:r>
              <a:endParaRPr sz="1600" dirty="0">
                <a:latin typeface="Lexend Medium" pitchFamily="2" charset="77"/>
                <a:cs typeface="Montserrat" panose="00000500000000000000" pitchFamily="2" charset="0"/>
              </a:endParaRPr>
            </a:p>
          </p:txBody>
        </p:sp>
        <p:sp>
          <p:nvSpPr>
            <p:cNvPr id="5" name="01">
              <a:extLst>
                <a:ext uri="{FF2B5EF4-FFF2-40B4-BE49-F238E27FC236}">
                  <a16:creationId xmlns:a16="http://schemas.microsoft.com/office/drawing/2014/main" id="{E44C57EC-D238-7C2F-A47F-3A7C88A6FD25}"/>
                </a:ext>
              </a:extLst>
            </p:cNvPr>
            <p:cNvSpPr txBox="1"/>
            <p:nvPr/>
          </p:nvSpPr>
          <p:spPr>
            <a:xfrm>
              <a:off x="838200" y="2006408"/>
              <a:ext cx="378441" cy="2667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sz="1400">
                  <a:solidFill>
                    <a:schemeClr val="accent1"/>
                  </a:solidFill>
                  <a:latin typeface="Lexend Medium" pitchFamily="2" charset="77"/>
                </a:rPr>
                <a:t>01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66DE157-14B0-D782-CA3A-D0205501F9E6}"/>
              </a:ext>
            </a:extLst>
          </p:cNvPr>
          <p:cNvGrpSpPr/>
          <p:nvPr/>
        </p:nvGrpSpPr>
        <p:grpSpPr>
          <a:xfrm>
            <a:off x="6928104" y="2568022"/>
            <a:ext cx="5101611" cy="345465"/>
            <a:chOff x="838200" y="1929400"/>
            <a:chExt cx="5101611" cy="345465"/>
          </a:xfrm>
        </p:grpSpPr>
        <p:sp>
          <p:nvSpPr>
            <p:cNvPr id="24" name="Executive summary">
              <a:extLst>
                <a:ext uri="{FF2B5EF4-FFF2-40B4-BE49-F238E27FC236}">
                  <a16:creationId xmlns:a16="http://schemas.microsoft.com/office/drawing/2014/main" id="{DCFDCC29-6515-BC76-6228-D8FC1EC288F4}"/>
                </a:ext>
              </a:extLst>
            </p:cNvPr>
            <p:cNvSpPr txBox="1"/>
            <p:nvPr/>
          </p:nvSpPr>
          <p:spPr>
            <a:xfrm>
              <a:off x="1273776" y="1929400"/>
              <a:ext cx="4666035" cy="3454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en-US" sz="1600" dirty="0">
                  <a:latin typeface="Lexend Medium" pitchFamily="2" charset="77"/>
                  <a:cs typeface="Montserrat" panose="00000500000000000000" pitchFamily="2" charset="0"/>
                </a:rPr>
                <a:t>Research</a:t>
              </a:r>
              <a:endParaRPr sz="1600" dirty="0">
                <a:latin typeface="Lexend Medium" pitchFamily="2" charset="77"/>
                <a:cs typeface="Montserrat" panose="00000500000000000000" pitchFamily="2" charset="0"/>
              </a:endParaRPr>
            </a:p>
          </p:txBody>
        </p:sp>
        <p:sp>
          <p:nvSpPr>
            <p:cNvPr id="25" name="01">
              <a:extLst>
                <a:ext uri="{FF2B5EF4-FFF2-40B4-BE49-F238E27FC236}">
                  <a16:creationId xmlns:a16="http://schemas.microsoft.com/office/drawing/2014/main" id="{E5DE833A-B7DC-DE50-22E6-EFE87951E658}"/>
                </a:ext>
              </a:extLst>
            </p:cNvPr>
            <p:cNvSpPr txBox="1"/>
            <p:nvPr/>
          </p:nvSpPr>
          <p:spPr>
            <a:xfrm>
              <a:off x="838200" y="2006408"/>
              <a:ext cx="378441" cy="2667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en-US" sz="1400">
                  <a:solidFill>
                    <a:schemeClr val="accent1"/>
                  </a:solidFill>
                  <a:latin typeface="Lexend Medium" pitchFamily="2" charset="77"/>
                </a:rPr>
                <a:t>02</a:t>
              </a:r>
              <a:endParaRPr sz="1400">
                <a:solidFill>
                  <a:schemeClr val="accent1"/>
                </a:solidFill>
                <a:latin typeface="Lexend Medium" pitchFamily="2" charset="77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CA96BDE-3ADF-9A00-2C01-6F666A2DB399}"/>
              </a:ext>
            </a:extLst>
          </p:cNvPr>
          <p:cNvGrpSpPr/>
          <p:nvPr/>
        </p:nvGrpSpPr>
        <p:grpSpPr>
          <a:xfrm>
            <a:off x="6928104" y="3192490"/>
            <a:ext cx="5101611" cy="345465"/>
            <a:chOff x="838200" y="1929400"/>
            <a:chExt cx="5101611" cy="345465"/>
          </a:xfrm>
        </p:grpSpPr>
        <p:sp>
          <p:nvSpPr>
            <p:cNvPr id="27" name="Executive summary">
              <a:extLst>
                <a:ext uri="{FF2B5EF4-FFF2-40B4-BE49-F238E27FC236}">
                  <a16:creationId xmlns:a16="http://schemas.microsoft.com/office/drawing/2014/main" id="{F129838E-9027-6B36-6F5B-E899F1A29F7D}"/>
                </a:ext>
              </a:extLst>
            </p:cNvPr>
            <p:cNvSpPr txBox="1"/>
            <p:nvPr/>
          </p:nvSpPr>
          <p:spPr>
            <a:xfrm>
              <a:off x="1273776" y="1929400"/>
              <a:ext cx="4666035" cy="3454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en-US" sz="1600" dirty="0">
                  <a:latin typeface="Lexend Medium" pitchFamily="2" charset="77"/>
                  <a:cs typeface="Montserrat" panose="00000500000000000000" pitchFamily="2" charset="0"/>
                </a:rPr>
                <a:t>Portfolio</a:t>
              </a:r>
            </a:p>
          </p:txBody>
        </p:sp>
        <p:sp>
          <p:nvSpPr>
            <p:cNvPr id="28" name="01">
              <a:extLst>
                <a:ext uri="{FF2B5EF4-FFF2-40B4-BE49-F238E27FC236}">
                  <a16:creationId xmlns:a16="http://schemas.microsoft.com/office/drawing/2014/main" id="{512C6DBA-BF04-7382-46D1-3457511A4906}"/>
                </a:ext>
              </a:extLst>
            </p:cNvPr>
            <p:cNvSpPr txBox="1"/>
            <p:nvPr/>
          </p:nvSpPr>
          <p:spPr>
            <a:xfrm>
              <a:off x="838200" y="2006408"/>
              <a:ext cx="378441" cy="2667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en-US" sz="1400">
                  <a:solidFill>
                    <a:schemeClr val="accent1"/>
                  </a:solidFill>
                  <a:latin typeface="Lexend Medium" pitchFamily="2" charset="77"/>
                </a:rPr>
                <a:t>03</a:t>
              </a:r>
              <a:endParaRPr sz="1400">
                <a:solidFill>
                  <a:schemeClr val="accent1"/>
                </a:solidFill>
                <a:latin typeface="Lexend Medium" pitchFamily="2" charset="77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BF9071-5BB5-A3F2-F1BA-1C98F7C10458}"/>
              </a:ext>
            </a:extLst>
          </p:cNvPr>
          <p:cNvGrpSpPr/>
          <p:nvPr/>
        </p:nvGrpSpPr>
        <p:grpSpPr>
          <a:xfrm>
            <a:off x="6928104" y="3783505"/>
            <a:ext cx="5101611" cy="345465"/>
            <a:chOff x="838200" y="1929400"/>
            <a:chExt cx="5101611" cy="345465"/>
          </a:xfrm>
        </p:grpSpPr>
        <p:sp>
          <p:nvSpPr>
            <p:cNvPr id="30" name="Executive summary">
              <a:extLst>
                <a:ext uri="{FF2B5EF4-FFF2-40B4-BE49-F238E27FC236}">
                  <a16:creationId xmlns:a16="http://schemas.microsoft.com/office/drawing/2014/main" id="{EA66D309-FAED-4A92-E2F7-91F12F4CAA9E}"/>
                </a:ext>
              </a:extLst>
            </p:cNvPr>
            <p:cNvSpPr txBox="1"/>
            <p:nvPr/>
          </p:nvSpPr>
          <p:spPr>
            <a:xfrm>
              <a:off x="1273776" y="1929400"/>
              <a:ext cx="4666035" cy="3454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25393" tIns="25393" rIns="25393" bIns="25393" anchor="ctr">
              <a:spAutoFit/>
            </a:bodyPr>
            <a:lstStyle>
              <a:lvl1pPr>
                <a:lnSpc>
                  <a:spcPct val="130000"/>
                </a:lnSpc>
                <a:defRPr sz="3000">
                  <a:latin typeface="+mn-lt"/>
                  <a:ea typeface="+mn-ea"/>
                  <a:cs typeface="+mn-cs"/>
                  <a:sym typeface="Montserrat" panose="00000500000000000000" pitchFamily="2" charset="0"/>
                </a:defRPr>
              </a:lvl1pPr>
            </a:lstStyle>
            <a:p>
              <a:pPr>
                <a:defRPr/>
              </a:pPr>
              <a:r>
                <a:rPr lang="en-US" sz="1600" dirty="0" err="1">
                  <a:latin typeface="Lexend Medium" pitchFamily="2" charset="77"/>
                  <a:cs typeface="Montserrat" panose="00000500000000000000" pitchFamily="2" charset="0"/>
                </a:rPr>
                <a:t>Volgende</a:t>
              </a:r>
              <a:r>
                <a:rPr lang="en-US" sz="1600" dirty="0">
                  <a:latin typeface="Lexend Medium" pitchFamily="2" charset="77"/>
                  <a:cs typeface="Montserrat" panose="00000500000000000000" pitchFamily="2" charset="0"/>
                </a:rPr>
                <a:t> sprint</a:t>
              </a:r>
            </a:p>
          </p:txBody>
        </p:sp>
        <p:sp>
          <p:nvSpPr>
            <p:cNvPr id="31" name="01">
              <a:extLst>
                <a:ext uri="{FF2B5EF4-FFF2-40B4-BE49-F238E27FC236}">
                  <a16:creationId xmlns:a16="http://schemas.microsoft.com/office/drawing/2014/main" id="{7D4C6E1A-99DF-F94F-A1CD-07616149A093}"/>
                </a:ext>
              </a:extLst>
            </p:cNvPr>
            <p:cNvSpPr txBox="1"/>
            <p:nvPr/>
          </p:nvSpPr>
          <p:spPr>
            <a:xfrm>
              <a:off x="838200" y="2006408"/>
              <a:ext cx="378441" cy="2667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25393" tIns="25393" rIns="25393" bIns="25393" anchor="ctr">
              <a:spAutoFit/>
            </a:bodyPr>
            <a:lstStyle/>
            <a:p>
              <a:pPr>
                <a:defRPr/>
              </a:pPr>
              <a:r>
                <a:rPr lang="en-US" sz="1400">
                  <a:solidFill>
                    <a:schemeClr val="accent1"/>
                  </a:solidFill>
                  <a:latin typeface="Lexend Medium" pitchFamily="2" charset="77"/>
                </a:rPr>
                <a:t>04</a:t>
              </a:r>
              <a:endParaRPr sz="1400">
                <a:solidFill>
                  <a:schemeClr val="accent1"/>
                </a:solidFill>
                <a:latin typeface="Lexend Medium" pitchFamily="2" charset="77"/>
              </a:endParaRPr>
            </a:p>
          </p:txBody>
        </p:sp>
      </p:grpSp>
      <p:pic>
        <p:nvPicPr>
          <p:cNvPr id="6" name="Picture Placeholder 3">
            <a:extLst>
              <a:ext uri="{FF2B5EF4-FFF2-40B4-BE49-F238E27FC236}">
                <a16:creationId xmlns:a16="http://schemas.microsoft.com/office/drawing/2014/main" id="{FC8988D8-BAE9-7EE9-4276-69513CD08E1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713512" cy="6857999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7" name="gradient">
            <a:extLst>
              <a:ext uri="{FF2B5EF4-FFF2-40B4-BE49-F238E27FC236}">
                <a16:creationId xmlns:a16="http://schemas.microsoft.com/office/drawing/2014/main" id="{C97E0B6B-6D60-631E-608A-2DEDAF99B5A5}"/>
              </a:ext>
            </a:extLst>
          </p:cNvPr>
          <p:cNvSpPr/>
          <p:nvPr/>
        </p:nvSpPr>
        <p:spPr>
          <a:xfrm rot="5400000">
            <a:off x="-572245" y="572242"/>
            <a:ext cx="6858000" cy="5713514"/>
          </a:xfrm>
          <a:prstGeom prst="rect">
            <a:avLst/>
          </a:prstGeom>
          <a:gradFill flip="none" rotWithShape="1">
            <a:gsLst>
              <a:gs pos="34000">
                <a:schemeClr val="bg1">
                  <a:alpha val="0"/>
                </a:schemeClr>
              </a:gs>
              <a:gs pos="98000">
                <a:schemeClr val="accent1"/>
              </a:gs>
              <a:gs pos="83000">
                <a:schemeClr val="accent1">
                  <a:alpha val="9525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exend Medium" pitchFamily="2" charset="77"/>
            </a:endParaRPr>
          </a:p>
        </p:txBody>
      </p:sp>
      <p:sp>
        <p:nvSpPr>
          <p:cNvPr id="11" name="Title 19">
            <a:extLst>
              <a:ext uri="{FF2B5EF4-FFF2-40B4-BE49-F238E27FC236}">
                <a16:creationId xmlns:a16="http://schemas.microsoft.com/office/drawing/2014/main" id="{4711FA0F-3828-BB5E-4D22-BAF1CD7A2CD4}"/>
              </a:ext>
            </a:extLst>
          </p:cNvPr>
          <p:cNvSpPr txBox="1">
            <a:spLocks/>
          </p:cNvSpPr>
          <p:nvPr/>
        </p:nvSpPr>
        <p:spPr>
          <a:xfrm>
            <a:off x="838200" y="2639204"/>
            <a:ext cx="4355592" cy="157959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spc="-50" baseline="0">
                <a:solidFill>
                  <a:schemeClr val="tx1"/>
                </a:solidFill>
                <a:latin typeface="Montserrat SemiBold" pitchFamily="2" charset="77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  <a:latin typeface="Lexend Medium" pitchFamily="2" charset="77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04227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estor Presentation">
            <a:extLst>
              <a:ext uri="{FF2B5EF4-FFF2-40B4-BE49-F238E27FC236}">
                <a16:creationId xmlns:a16="http://schemas.microsoft.com/office/drawing/2014/main" id="{DC2577AF-E4DD-2809-31E5-A62687CBCD6A}"/>
              </a:ext>
            </a:extLst>
          </p:cNvPr>
          <p:cNvSpPr txBox="1"/>
          <p:nvPr/>
        </p:nvSpPr>
        <p:spPr>
          <a:xfrm>
            <a:off x="634834" y="735305"/>
            <a:ext cx="10919156" cy="1282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svg="http://schemas.microsoft.com/office/drawing/2016/SVG/main" xmlns:a16="http://schemas.microsoft.com/office/drawing/2014/main" val="1"/>
            </a:ext>
          </a:extLst>
        </p:spPr>
        <p:txBody>
          <a:bodyPr lIns="25393" tIns="25393" rIns="25393" bIns="25393" anchor="t">
            <a:spAutoFit/>
          </a:bodyPr>
          <a:lstStyle>
            <a:lvl1pPr>
              <a:lnSpc>
                <a:spcPct val="100000"/>
              </a:lnSpc>
              <a:defRPr sz="16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en-US" sz="7998" dirty="0" err="1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Systeem</a:t>
            </a:r>
            <a:r>
              <a:rPr lang="en-US" sz="7998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 </a:t>
            </a:r>
            <a:r>
              <a:rPr lang="en-US" sz="7998" dirty="0" err="1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overzicht</a:t>
            </a:r>
            <a:r>
              <a:rPr lang="en-US" sz="7998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 SVB</a:t>
            </a:r>
          </a:p>
        </p:txBody>
      </p:sp>
    </p:spTree>
    <p:extLst>
      <p:ext uri="{BB962C8B-B14F-4D97-AF65-F5344CB8AC3E}">
        <p14:creationId xmlns:p14="http://schemas.microsoft.com/office/powerpoint/2010/main" val="174129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9BF850-AB75-4D15-14A1-5C68D97C4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665" y="277689"/>
            <a:ext cx="8512336" cy="6302622"/>
          </a:xfrm>
          <a:prstGeom prst="rect">
            <a:avLst/>
          </a:prstGeom>
        </p:spPr>
      </p:pic>
      <p:sp>
        <p:nvSpPr>
          <p:cNvPr id="20" name="Transparency Work">
            <a:extLst>
              <a:ext uri="{FF2B5EF4-FFF2-40B4-BE49-F238E27FC236}">
                <a16:creationId xmlns:a16="http://schemas.microsoft.com/office/drawing/2014/main" id="{39A8CEA7-55BC-0D2B-3AB4-0A9A260364E7}"/>
              </a:ext>
            </a:extLst>
          </p:cNvPr>
          <p:cNvSpPr txBox="1"/>
          <p:nvPr/>
        </p:nvSpPr>
        <p:spPr>
          <a:xfrm>
            <a:off x="937388" y="1579547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sz="1200" dirty="0"/>
              <a:t>SVB</a:t>
            </a:r>
            <a:endParaRPr lang="en-US" sz="1200" kern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21" name="Circle">
            <a:extLst>
              <a:ext uri="{FF2B5EF4-FFF2-40B4-BE49-F238E27FC236}">
                <a16:creationId xmlns:a16="http://schemas.microsoft.com/office/drawing/2014/main" id="{78C5B702-CE9D-3148-33A9-9EB91D3598AD}"/>
              </a:ext>
            </a:extLst>
          </p:cNvPr>
          <p:cNvSpPr/>
          <p:nvPr/>
        </p:nvSpPr>
        <p:spPr>
          <a:xfrm>
            <a:off x="429521" y="1522942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3" name="Creating a Powerful High-Trust Team">
            <a:extLst>
              <a:ext uri="{FF2B5EF4-FFF2-40B4-BE49-F238E27FC236}">
                <a16:creationId xmlns:a16="http://schemas.microsoft.com/office/drawing/2014/main" id="{93B4F97E-A669-54E0-B448-E0C95770AEB8}"/>
              </a:ext>
            </a:extLst>
          </p:cNvPr>
          <p:cNvSpPr txBox="1"/>
          <p:nvPr/>
        </p:nvSpPr>
        <p:spPr>
          <a:xfrm>
            <a:off x="937388" y="2278343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sz="1200" dirty="0"/>
              <a:t>Datastromen</a:t>
            </a:r>
            <a:endParaRPr lang="en-US" sz="1200" kern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24" name="Circle">
            <a:extLst>
              <a:ext uri="{FF2B5EF4-FFF2-40B4-BE49-F238E27FC236}">
                <a16:creationId xmlns:a16="http://schemas.microsoft.com/office/drawing/2014/main" id="{BD96FD3A-D6F2-A086-C234-3C1BA900947D}"/>
              </a:ext>
            </a:extLst>
          </p:cNvPr>
          <p:cNvSpPr/>
          <p:nvPr/>
        </p:nvSpPr>
        <p:spPr>
          <a:xfrm>
            <a:off x="429521" y="2221736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6" name="Make a Difference Every Day">
            <a:extLst>
              <a:ext uri="{FF2B5EF4-FFF2-40B4-BE49-F238E27FC236}">
                <a16:creationId xmlns:a16="http://schemas.microsoft.com/office/drawing/2014/main" id="{5C31ACC5-D28A-5CBB-DE78-806981CA76C7}"/>
              </a:ext>
            </a:extLst>
          </p:cNvPr>
          <p:cNvSpPr txBox="1"/>
          <p:nvPr/>
        </p:nvSpPr>
        <p:spPr>
          <a:xfrm>
            <a:off x="937388" y="2977137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en-US" sz="1200" kern="0" dirty="0" err="1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Overzicht</a:t>
            </a: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 OpenText</a:t>
            </a:r>
          </a:p>
        </p:txBody>
      </p:sp>
      <p:sp>
        <p:nvSpPr>
          <p:cNvPr id="27" name="Circle">
            <a:extLst>
              <a:ext uri="{FF2B5EF4-FFF2-40B4-BE49-F238E27FC236}">
                <a16:creationId xmlns:a16="http://schemas.microsoft.com/office/drawing/2014/main" id="{FD778843-23A8-EFAD-0BCF-4AE4602EEF75}"/>
              </a:ext>
            </a:extLst>
          </p:cNvPr>
          <p:cNvSpPr/>
          <p:nvPr/>
        </p:nvSpPr>
        <p:spPr>
          <a:xfrm>
            <a:off x="429521" y="2920531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186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svg="http://schemas.microsoft.com/office/drawing/2016/SVG/main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8D6E-7D0F-5E64-A7B3-BB9D500CB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estor Presentation">
            <a:extLst>
              <a:ext uri="{FF2B5EF4-FFF2-40B4-BE49-F238E27FC236}">
                <a16:creationId xmlns:a16="http://schemas.microsoft.com/office/drawing/2014/main" id="{826DF7C4-3817-8D83-D270-1096B51C3C03}"/>
              </a:ext>
            </a:extLst>
          </p:cNvPr>
          <p:cNvSpPr txBox="1"/>
          <p:nvPr/>
        </p:nvSpPr>
        <p:spPr>
          <a:xfrm>
            <a:off x="634834" y="735305"/>
            <a:ext cx="10919156" cy="1282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svg="http://schemas.microsoft.com/office/drawing/2016/SVG/main" xmlns:a16="http://schemas.microsoft.com/office/drawing/2014/main" val="1"/>
            </a:ext>
          </a:extLst>
        </p:spPr>
        <p:txBody>
          <a:bodyPr lIns="25393" tIns="25393" rIns="25393" bIns="25393" anchor="t">
            <a:spAutoFit/>
          </a:bodyPr>
          <a:lstStyle>
            <a:lvl1pPr>
              <a:lnSpc>
                <a:spcPct val="100000"/>
              </a:lnSpc>
              <a:defRPr sz="16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en-US" sz="7998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1051173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759A6CBF-C90F-D31E-F60E-096693E1572D}"/>
              </a:ext>
            </a:extLst>
          </p:cNvPr>
          <p:cNvSpPr/>
          <p:nvPr/>
        </p:nvSpPr>
        <p:spPr>
          <a:xfrm>
            <a:off x="6093043" y="635728"/>
            <a:ext cx="5184557" cy="558654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4" name="Transparency Work">
            <a:extLst>
              <a:ext uri="{FF2B5EF4-FFF2-40B4-BE49-F238E27FC236}">
                <a16:creationId xmlns:a16="http://schemas.microsoft.com/office/drawing/2014/main" id="{9A20E736-A23E-FDDE-8CF0-692B1595C459}"/>
              </a:ext>
            </a:extLst>
          </p:cNvPr>
          <p:cNvSpPr txBox="1"/>
          <p:nvPr/>
        </p:nvSpPr>
        <p:spPr>
          <a:xfrm>
            <a:off x="6870828" y="1579547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sz="1200" dirty="0"/>
              <a:t>gebruikerservaring</a:t>
            </a:r>
            <a:endParaRPr lang="en-US" sz="1200" kern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25" name="Circle">
            <a:extLst>
              <a:ext uri="{FF2B5EF4-FFF2-40B4-BE49-F238E27FC236}">
                <a16:creationId xmlns:a16="http://schemas.microsoft.com/office/drawing/2014/main" id="{6875B74B-0009-C249-CA3D-0B9359973D4D}"/>
              </a:ext>
            </a:extLst>
          </p:cNvPr>
          <p:cNvSpPr/>
          <p:nvPr/>
        </p:nvSpPr>
        <p:spPr>
          <a:xfrm>
            <a:off x="6362961" y="1522942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6" name="Graphic 2">
            <a:extLst>
              <a:ext uri="{FF2B5EF4-FFF2-40B4-BE49-F238E27FC236}">
                <a16:creationId xmlns:a16="http://schemas.microsoft.com/office/drawing/2014/main" id="{975F5508-C9F1-FD26-7F7D-C02A90DEC510}"/>
              </a:ext>
            </a:extLst>
          </p:cNvPr>
          <p:cNvSpPr/>
          <p:nvPr/>
        </p:nvSpPr>
        <p:spPr>
          <a:xfrm>
            <a:off x="6489928" y="1663643"/>
            <a:ext cx="95225" cy="67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7" name="Creating a Powerful High-Trust Team">
            <a:extLst>
              <a:ext uri="{FF2B5EF4-FFF2-40B4-BE49-F238E27FC236}">
                <a16:creationId xmlns:a16="http://schemas.microsoft.com/office/drawing/2014/main" id="{33B08443-BEB0-F877-FF01-7DB73B56553F}"/>
              </a:ext>
            </a:extLst>
          </p:cNvPr>
          <p:cNvSpPr txBox="1"/>
          <p:nvPr/>
        </p:nvSpPr>
        <p:spPr>
          <a:xfrm>
            <a:off x="6870828" y="2278343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sz="1200" dirty="0"/>
              <a:t>CRUD-acties op documenten en metadata</a:t>
            </a:r>
            <a:endParaRPr lang="en-US" sz="1200" kern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D3B0D1AB-1928-7E88-138D-AD2C824B7211}"/>
              </a:ext>
            </a:extLst>
          </p:cNvPr>
          <p:cNvSpPr/>
          <p:nvPr/>
        </p:nvSpPr>
        <p:spPr>
          <a:xfrm>
            <a:off x="6362961" y="2221736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9" name="Graphic 2">
            <a:extLst>
              <a:ext uri="{FF2B5EF4-FFF2-40B4-BE49-F238E27FC236}">
                <a16:creationId xmlns:a16="http://schemas.microsoft.com/office/drawing/2014/main" id="{793B0E9B-0931-714B-46C9-46F0ED5BA33C}"/>
              </a:ext>
            </a:extLst>
          </p:cNvPr>
          <p:cNvSpPr/>
          <p:nvPr/>
        </p:nvSpPr>
        <p:spPr>
          <a:xfrm>
            <a:off x="6489928" y="2362437"/>
            <a:ext cx="95225" cy="67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0" name="Make a Difference Every Day">
            <a:extLst>
              <a:ext uri="{FF2B5EF4-FFF2-40B4-BE49-F238E27FC236}">
                <a16:creationId xmlns:a16="http://schemas.microsoft.com/office/drawing/2014/main" id="{B4977021-2B12-7FD6-FEE1-5455C9199D7D}"/>
              </a:ext>
            </a:extLst>
          </p:cNvPr>
          <p:cNvSpPr txBox="1"/>
          <p:nvPr/>
        </p:nvSpPr>
        <p:spPr>
          <a:xfrm>
            <a:off x="6870828" y="2977137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Digitization of products and services</a:t>
            </a: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3EC3DFC1-8FD5-07CD-7A8D-52FC17DFAF35}"/>
              </a:ext>
            </a:extLst>
          </p:cNvPr>
          <p:cNvSpPr/>
          <p:nvPr/>
        </p:nvSpPr>
        <p:spPr>
          <a:xfrm>
            <a:off x="6362961" y="2920531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2" name="Graphic 2">
            <a:extLst>
              <a:ext uri="{FF2B5EF4-FFF2-40B4-BE49-F238E27FC236}">
                <a16:creationId xmlns:a16="http://schemas.microsoft.com/office/drawing/2014/main" id="{0F52842F-2D22-5C83-AF44-8E37FA9D2185}"/>
              </a:ext>
            </a:extLst>
          </p:cNvPr>
          <p:cNvSpPr/>
          <p:nvPr/>
        </p:nvSpPr>
        <p:spPr>
          <a:xfrm>
            <a:off x="6489928" y="3061232"/>
            <a:ext cx="95225" cy="67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3" name="Customer first">
            <a:extLst>
              <a:ext uri="{FF2B5EF4-FFF2-40B4-BE49-F238E27FC236}">
                <a16:creationId xmlns:a16="http://schemas.microsoft.com/office/drawing/2014/main" id="{A6E2D555-EBB5-8992-F256-DCC5AF2D54ED}"/>
              </a:ext>
            </a:extLst>
          </p:cNvPr>
          <p:cNvSpPr txBox="1"/>
          <p:nvPr/>
        </p:nvSpPr>
        <p:spPr>
          <a:xfrm>
            <a:off x="6870828" y="3675930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sz="1200" dirty="0"/>
              <a:t>Preventieve monitoring</a:t>
            </a:r>
            <a:endParaRPr lang="en-US" sz="1200" kern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34" name="Circle">
            <a:extLst>
              <a:ext uri="{FF2B5EF4-FFF2-40B4-BE49-F238E27FC236}">
                <a16:creationId xmlns:a16="http://schemas.microsoft.com/office/drawing/2014/main" id="{27895DA3-BF4F-2E55-4303-8CC83A36CA6A}"/>
              </a:ext>
            </a:extLst>
          </p:cNvPr>
          <p:cNvSpPr/>
          <p:nvPr/>
        </p:nvSpPr>
        <p:spPr>
          <a:xfrm>
            <a:off x="6362961" y="3619325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5" name="Graphic 2">
            <a:extLst>
              <a:ext uri="{FF2B5EF4-FFF2-40B4-BE49-F238E27FC236}">
                <a16:creationId xmlns:a16="http://schemas.microsoft.com/office/drawing/2014/main" id="{9E6B6C60-56E1-4BEA-AF6C-F3A364A6A342}"/>
              </a:ext>
            </a:extLst>
          </p:cNvPr>
          <p:cNvSpPr/>
          <p:nvPr/>
        </p:nvSpPr>
        <p:spPr>
          <a:xfrm>
            <a:off x="6489928" y="3760026"/>
            <a:ext cx="95225" cy="67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6" name="Think Big">
            <a:extLst>
              <a:ext uri="{FF2B5EF4-FFF2-40B4-BE49-F238E27FC236}">
                <a16:creationId xmlns:a16="http://schemas.microsoft.com/office/drawing/2014/main" id="{85C9B835-C160-CADB-D759-856C45BA853C}"/>
              </a:ext>
            </a:extLst>
          </p:cNvPr>
          <p:cNvSpPr txBox="1"/>
          <p:nvPr/>
        </p:nvSpPr>
        <p:spPr>
          <a:xfrm>
            <a:off x="6870828" y="4374725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sz="1200" dirty="0"/>
              <a:t>Documentum &amp; Content Server / Extended ECM</a:t>
            </a:r>
            <a:endParaRPr lang="en-US" sz="1200" kern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37" name="Circle">
            <a:extLst>
              <a:ext uri="{FF2B5EF4-FFF2-40B4-BE49-F238E27FC236}">
                <a16:creationId xmlns:a16="http://schemas.microsoft.com/office/drawing/2014/main" id="{0B6C758A-C631-FB6E-3751-C2E31B363746}"/>
              </a:ext>
            </a:extLst>
          </p:cNvPr>
          <p:cNvSpPr/>
          <p:nvPr/>
        </p:nvSpPr>
        <p:spPr>
          <a:xfrm>
            <a:off x="6362961" y="4318120"/>
            <a:ext cx="349159" cy="349159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8" name="Graphic 2">
            <a:extLst>
              <a:ext uri="{FF2B5EF4-FFF2-40B4-BE49-F238E27FC236}">
                <a16:creationId xmlns:a16="http://schemas.microsoft.com/office/drawing/2014/main" id="{847B7240-13F1-AB5C-CDAD-A3967C0A8B4A}"/>
              </a:ext>
            </a:extLst>
          </p:cNvPr>
          <p:cNvSpPr/>
          <p:nvPr/>
        </p:nvSpPr>
        <p:spPr>
          <a:xfrm>
            <a:off x="6489928" y="4458821"/>
            <a:ext cx="95225" cy="67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9" name="Rounded Rectangle">
            <a:extLst>
              <a:ext uri="{FF2B5EF4-FFF2-40B4-BE49-F238E27FC236}">
                <a16:creationId xmlns:a16="http://schemas.microsoft.com/office/drawing/2014/main" id="{C8AE456A-FFF7-037F-00B0-979509E6AD13}"/>
              </a:ext>
            </a:extLst>
          </p:cNvPr>
          <p:cNvSpPr/>
          <p:nvPr/>
        </p:nvSpPr>
        <p:spPr>
          <a:xfrm>
            <a:off x="649339" y="635728"/>
            <a:ext cx="5184557" cy="5586546"/>
          </a:xfrm>
          <a:prstGeom prst="roundRect">
            <a:avLst>
              <a:gd name="adj" fmla="val 7143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98000">
                <a:schemeClr val="accent1">
                  <a:lumMod val="90000"/>
                  <a:lumOff val="10000"/>
                </a:schemeClr>
              </a:gs>
              <a:gs pos="0">
                <a:schemeClr val="accent1"/>
              </a:gs>
            </a:gsLst>
            <a:path path="circle">
              <a:fillToRect l="100000" b="100000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" name="Light In The Darkness">
            <a:extLst>
              <a:ext uri="{FF2B5EF4-FFF2-40B4-BE49-F238E27FC236}">
                <a16:creationId xmlns:a16="http://schemas.microsoft.com/office/drawing/2014/main" id="{8A04F0F1-BDFD-8604-5C4C-8FF801609109}"/>
              </a:ext>
            </a:extLst>
          </p:cNvPr>
          <p:cNvSpPr txBox="1"/>
          <p:nvPr/>
        </p:nvSpPr>
        <p:spPr>
          <a:xfrm>
            <a:off x="1009152" y="1163048"/>
            <a:ext cx="4456466" cy="1282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20000"/>
              </a:lnSpc>
              <a:defRPr sz="8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3999" b="1" dirty="0" err="1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  <a:t>Systemen</a:t>
            </a:r>
            <a:r>
              <a:rPr lang="en-US" sz="3999" b="1" dirty="0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  <a:t> </a:t>
            </a:r>
            <a:r>
              <a:rPr lang="en-US" sz="3999" b="1" dirty="0" err="1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  <a:t>en</a:t>
            </a:r>
            <a:r>
              <a:rPr lang="en-US" sz="3999" b="1" dirty="0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  <a:t> </a:t>
            </a:r>
            <a:r>
              <a:rPr lang="en-US" sz="3999" b="1" dirty="0" err="1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  <a:t>processen</a:t>
            </a:r>
            <a:endParaRPr sz="3999" b="1" dirty="0">
              <a:solidFill>
                <a:schemeClr val="accent2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3" name="This is a place where you can describe your awesome presentation.">
            <a:extLst>
              <a:ext uri="{FF2B5EF4-FFF2-40B4-BE49-F238E27FC236}">
                <a16:creationId xmlns:a16="http://schemas.microsoft.com/office/drawing/2014/main" id="{F074264B-2858-5149-4118-812CF02DCC26}"/>
              </a:ext>
            </a:extLst>
          </p:cNvPr>
          <p:cNvSpPr txBox="1"/>
          <p:nvPr/>
        </p:nvSpPr>
        <p:spPr>
          <a:xfrm>
            <a:off x="1009152" y="2527743"/>
            <a:ext cx="4456466" cy="292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lnSpc>
                <a:spcPct val="120000"/>
              </a:lnSpc>
              <a:defRPr/>
            </a:pPr>
            <a:endParaRPr lang="en-US" sz="1400" dirty="0">
              <a:solidFill>
                <a:schemeClr val="accent2"/>
              </a:solidFill>
              <a:latin typeface="Lexend Medium" pitchFamily="2" charset="77"/>
            </a:endParaRPr>
          </a:p>
        </p:txBody>
      </p:sp>
      <p:sp>
        <p:nvSpPr>
          <p:cNvPr id="8" name="Rounded Rectangle">
            <a:extLst>
              <a:ext uri="{FF2B5EF4-FFF2-40B4-BE49-F238E27FC236}">
                <a16:creationId xmlns:a16="http://schemas.microsoft.com/office/drawing/2014/main" id="{A9CE7345-EAA0-F3B0-5E54-1BFF90CBD552}"/>
              </a:ext>
            </a:extLst>
          </p:cNvPr>
          <p:cNvSpPr/>
          <p:nvPr/>
        </p:nvSpPr>
        <p:spPr>
          <a:xfrm>
            <a:off x="1009152" y="5508851"/>
            <a:ext cx="949910" cy="37220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miter lim="400000"/>
          </a:ln>
        </p:spPr>
        <p:txBody>
          <a:bodyPr wrap="none" lIns="182880" tIns="54864" rIns="182880" bIns="54864" anchor="t" anchorCtr="0">
            <a:spAutoFit/>
          </a:bodyPr>
          <a:lstStyle/>
          <a:p>
            <a:pPr>
              <a:defRPr/>
            </a:pPr>
            <a:r>
              <a:rPr lang="en-US" sz="1000" dirty="0">
                <a:solidFill>
                  <a:schemeClr val="bg1"/>
                </a:solidFill>
                <a:latin typeface="Lexend SemiBold" pitchFamily="2" charset="77"/>
                <a:cs typeface="Montserrat" panose="00000500000000000000" pitchFamily="2" charset="0"/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2389771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79F5-888A-3AFB-F561-68F102872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1FCE4113-59FB-A672-417D-CDC5CBADC327}"/>
              </a:ext>
            </a:extLst>
          </p:cNvPr>
          <p:cNvSpPr/>
          <p:nvPr/>
        </p:nvSpPr>
        <p:spPr>
          <a:xfrm>
            <a:off x="6093043" y="635728"/>
            <a:ext cx="5184557" cy="558654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4" name="Transparency Work">
            <a:extLst>
              <a:ext uri="{FF2B5EF4-FFF2-40B4-BE49-F238E27FC236}">
                <a16:creationId xmlns:a16="http://schemas.microsoft.com/office/drawing/2014/main" id="{616B1E69-5CD6-C8E6-29F2-6E39259F2FB1}"/>
              </a:ext>
            </a:extLst>
          </p:cNvPr>
          <p:cNvSpPr txBox="1"/>
          <p:nvPr/>
        </p:nvSpPr>
        <p:spPr>
          <a:xfrm>
            <a:off x="6870828" y="1579547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sz="1200" dirty="0"/>
              <a:t>GDPR, AVG, DORA</a:t>
            </a:r>
            <a:endParaRPr lang="en-US" sz="1200" kern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25" name="Circle">
            <a:extLst>
              <a:ext uri="{FF2B5EF4-FFF2-40B4-BE49-F238E27FC236}">
                <a16:creationId xmlns:a16="http://schemas.microsoft.com/office/drawing/2014/main" id="{1B01F52C-292A-9EFE-F9FE-A831F99AC8BC}"/>
              </a:ext>
            </a:extLst>
          </p:cNvPr>
          <p:cNvSpPr/>
          <p:nvPr/>
        </p:nvSpPr>
        <p:spPr>
          <a:xfrm>
            <a:off x="6362961" y="1522942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6" name="Graphic 2">
            <a:extLst>
              <a:ext uri="{FF2B5EF4-FFF2-40B4-BE49-F238E27FC236}">
                <a16:creationId xmlns:a16="http://schemas.microsoft.com/office/drawing/2014/main" id="{4EAE8C06-0C3D-B1E2-8D83-2CA1E37179B2}"/>
              </a:ext>
            </a:extLst>
          </p:cNvPr>
          <p:cNvSpPr/>
          <p:nvPr/>
        </p:nvSpPr>
        <p:spPr>
          <a:xfrm>
            <a:off x="6489928" y="1663643"/>
            <a:ext cx="95225" cy="67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7" name="Creating a Powerful High-Trust Team">
            <a:extLst>
              <a:ext uri="{FF2B5EF4-FFF2-40B4-BE49-F238E27FC236}">
                <a16:creationId xmlns:a16="http://schemas.microsoft.com/office/drawing/2014/main" id="{50B95280-2B0D-9775-FC5B-4EC524B7AEB7}"/>
              </a:ext>
            </a:extLst>
          </p:cNvPr>
          <p:cNvSpPr txBox="1"/>
          <p:nvPr/>
        </p:nvSpPr>
        <p:spPr>
          <a:xfrm>
            <a:off x="6870828" y="2278343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ISO 27001, ISO 27002, OWASP, </a:t>
            </a:r>
            <a:r>
              <a:rPr lang="en-US" sz="1200" kern="0" dirty="0" err="1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GxP</a:t>
            </a: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 </a:t>
            </a: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DE9268D2-4B43-2DF3-1A13-3C18D6620D7A}"/>
              </a:ext>
            </a:extLst>
          </p:cNvPr>
          <p:cNvSpPr/>
          <p:nvPr/>
        </p:nvSpPr>
        <p:spPr>
          <a:xfrm>
            <a:off x="6362961" y="2221736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9" name="Graphic 2">
            <a:extLst>
              <a:ext uri="{FF2B5EF4-FFF2-40B4-BE49-F238E27FC236}">
                <a16:creationId xmlns:a16="http://schemas.microsoft.com/office/drawing/2014/main" id="{15A103CB-2E0A-171B-183C-831CD80C9CC1}"/>
              </a:ext>
            </a:extLst>
          </p:cNvPr>
          <p:cNvSpPr/>
          <p:nvPr/>
        </p:nvSpPr>
        <p:spPr>
          <a:xfrm>
            <a:off x="6489928" y="2362437"/>
            <a:ext cx="95225" cy="67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0" name="Make a Difference Every Day">
            <a:extLst>
              <a:ext uri="{FF2B5EF4-FFF2-40B4-BE49-F238E27FC236}">
                <a16:creationId xmlns:a16="http://schemas.microsoft.com/office/drawing/2014/main" id="{FAFBF042-28B7-1B8D-7B68-278C9559D066}"/>
              </a:ext>
            </a:extLst>
          </p:cNvPr>
          <p:cNvSpPr txBox="1"/>
          <p:nvPr/>
        </p:nvSpPr>
        <p:spPr>
          <a:xfrm>
            <a:off x="6870828" y="2977137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Regels </a:t>
            </a:r>
            <a:r>
              <a:rPr lang="en-US" sz="1200" kern="0" dirty="0" err="1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en</a:t>
            </a: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 </a:t>
            </a:r>
            <a:r>
              <a:rPr lang="en-US" sz="1200" kern="0" dirty="0" err="1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aanbevelingen</a:t>
            </a:r>
            <a:endParaRPr lang="en-US" sz="1200" kern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18F8298C-5604-350B-7DEE-776596E8E2A4}"/>
              </a:ext>
            </a:extLst>
          </p:cNvPr>
          <p:cNvSpPr/>
          <p:nvPr/>
        </p:nvSpPr>
        <p:spPr>
          <a:xfrm>
            <a:off x="6362961" y="2920531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2" name="Graphic 2">
            <a:extLst>
              <a:ext uri="{FF2B5EF4-FFF2-40B4-BE49-F238E27FC236}">
                <a16:creationId xmlns:a16="http://schemas.microsoft.com/office/drawing/2014/main" id="{7FF83D85-34D8-C0EF-931C-2F45DE22E495}"/>
              </a:ext>
            </a:extLst>
          </p:cNvPr>
          <p:cNvSpPr/>
          <p:nvPr/>
        </p:nvSpPr>
        <p:spPr>
          <a:xfrm>
            <a:off x="6489928" y="3061232"/>
            <a:ext cx="95225" cy="67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9" name="Rounded Rectangle">
            <a:extLst>
              <a:ext uri="{FF2B5EF4-FFF2-40B4-BE49-F238E27FC236}">
                <a16:creationId xmlns:a16="http://schemas.microsoft.com/office/drawing/2014/main" id="{C50837C7-527B-258C-5F2F-9BC0422067ED}"/>
              </a:ext>
            </a:extLst>
          </p:cNvPr>
          <p:cNvSpPr/>
          <p:nvPr/>
        </p:nvSpPr>
        <p:spPr>
          <a:xfrm>
            <a:off x="649339" y="635728"/>
            <a:ext cx="5184557" cy="5586546"/>
          </a:xfrm>
          <a:prstGeom prst="roundRect">
            <a:avLst>
              <a:gd name="adj" fmla="val 7143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98000">
                <a:schemeClr val="accent1">
                  <a:lumMod val="90000"/>
                  <a:lumOff val="10000"/>
                </a:schemeClr>
              </a:gs>
              <a:gs pos="0">
                <a:schemeClr val="accent1"/>
              </a:gs>
            </a:gsLst>
            <a:path path="circle">
              <a:fillToRect l="100000" b="100000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" name="Light In The Darkness">
            <a:extLst>
              <a:ext uri="{FF2B5EF4-FFF2-40B4-BE49-F238E27FC236}">
                <a16:creationId xmlns:a16="http://schemas.microsoft.com/office/drawing/2014/main" id="{326309A1-0100-3FAD-C536-F0EB873EED8B}"/>
              </a:ext>
            </a:extLst>
          </p:cNvPr>
          <p:cNvSpPr txBox="1"/>
          <p:nvPr/>
        </p:nvSpPr>
        <p:spPr>
          <a:xfrm>
            <a:off x="1009152" y="1163048"/>
            <a:ext cx="4456466" cy="666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20000"/>
              </a:lnSpc>
              <a:defRPr sz="8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3999" b="1" dirty="0" err="1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  <a:t>Privicy</a:t>
            </a:r>
            <a:r>
              <a:rPr lang="en-US" sz="3999" b="1" dirty="0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  <a:t> &amp; </a:t>
            </a:r>
            <a:r>
              <a:rPr lang="en-US" sz="3999" b="1" dirty="0" err="1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  <a:t>Veiligheid</a:t>
            </a:r>
            <a:endParaRPr sz="3999" b="1" dirty="0">
              <a:solidFill>
                <a:schemeClr val="accent2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3" name="This is a place where you can describe your awesome presentation.">
            <a:extLst>
              <a:ext uri="{FF2B5EF4-FFF2-40B4-BE49-F238E27FC236}">
                <a16:creationId xmlns:a16="http://schemas.microsoft.com/office/drawing/2014/main" id="{62E19273-0F80-88B9-22CB-53892BECA6CF}"/>
              </a:ext>
            </a:extLst>
          </p:cNvPr>
          <p:cNvSpPr txBox="1"/>
          <p:nvPr/>
        </p:nvSpPr>
        <p:spPr>
          <a:xfrm>
            <a:off x="1009152" y="2527743"/>
            <a:ext cx="4456466" cy="292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lnSpc>
                <a:spcPct val="120000"/>
              </a:lnSpc>
              <a:defRPr/>
            </a:pPr>
            <a:endParaRPr lang="en-US" sz="1400" dirty="0">
              <a:solidFill>
                <a:schemeClr val="accent2"/>
              </a:solidFill>
              <a:latin typeface="Lexend Medium" pitchFamily="2" charset="77"/>
            </a:endParaRPr>
          </a:p>
        </p:txBody>
      </p:sp>
      <p:sp>
        <p:nvSpPr>
          <p:cNvPr id="8" name="Rounded Rectangle">
            <a:extLst>
              <a:ext uri="{FF2B5EF4-FFF2-40B4-BE49-F238E27FC236}">
                <a16:creationId xmlns:a16="http://schemas.microsoft.com/office/drawing/2014/main" id="{A9B30371-2E02-D973-1E51-58F13699EC3B}"/>
              </a:ext>
            </a:extLst>
          </p:cNvPr>
          <p:cNvSpPr/>
          <p:nvPr/>
        </p:nvSpPr>
        <p:spPr>
          <a:xfrm>
            <a:off x="1009152" y="5508851"/>
            <a:ext cx="949910" cy="37220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miter lim="400000"/>
          </a:ln>
        </p:spPr>
        <p:txBody>
          <a:bodyPr wrap="none" lIns="182880" tIns="54864" rIns="182880" bIns="54864" anchor="t" anchorCtr="0">
            <a:spAutoFit/>
          </a:bodyPr>
          <a:lstStyle/>
          <a:p>
            <a:pPr>
              <a:defRPr/>
            </a:pPr>
            <a:r>
              <a:rPr lang="en-US" sz="1000" dirty="0">
                <a:solidFill>
                  <a:schemeClr val="bg1"/>
                </a:solidFill>
                <a:latin typeface="Lexend SemiBold" pitchFamily="2" charset="77"/>
                <a:cs typeface="Montserrat" panose="00000500000000000000" pitchFamily="2" charset="0"/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315402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88A75-C314-1360-FDC4-D161021B0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D6F7C505-4A98-EAAB-6FAC-9D3395EF2900}"/>
              </a:ext>
            </a:extLst>
          </p:cNvPr>
          <p:cNvSpPr/>
          <p:nvPr/>
        </p:nvSpPr>
        <p:spPr>
          <a:xfrm>
            <a:off x="6093043" y="635728"/>
            <a:ext cx="5184557" cy="558654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4" name="Transparency Work">
            <a:extLst>
              <a:ext uri="{FF2B5EF4-FFF2-40B4-BE49-F238E27FC236}">
                <a16:creationId xmlns:a16="http://schemas.microsoft.com/office/drawing/2014/main" id="{1679269D-E314-21EF-9CDB-AF4C1267C90C}"/>
              </a:ext>
            </a:extLst>
          </p:cNvPr>
          <p:cNvSpPr txBox="1"/>
          <p:nvPr/>
        </p:nvSpPr>
        <p:spPr>
          <a:xfrm>
            <a:off x="6870828" y="1579547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sz="1200" dirty="0"/>
              <a:t>Lijst met mogelijke tools</a:t>
            </a:r>
            <a:endParaRPr lang="en-US" sz="1200" kern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25" name="Circle">
            <a:extLst>
              <a:ext uri="{FF2B5EF4-FFF2-40B4-BE49-F238E27FC236}">
                <a16:creationId xmlns:a16="http://schemas.microsoft.com/office/drawing/2014/main" id="{D6EFDBAE-D1FA-15DA-7885-B666DE0E0074}"/>
              </a:ext>
            </a:extLst>
          </p:cNvPr>
          <p:cNvSpPr/>
          <p:nvPr/>
        </p:nvSpPr>
        <p:spPr>
          <a:xfrm>
            <a:off x="6362961" y="1522942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6" name="Graphic 2">
            <a:extLst>
              <a:ext uri="{FF2B5EF4-FFF2-40B4-BE49-F238E27FC236}">
                <a16:creationId xmlns:a16="http://schemas.microsoft.com/office/drawing/2014/main" id="{48609B61-4781-2D23-025F-B5BA8FDD1B5F}"/>
              </a:ext>
            </a:extLst>
          </p:cNvPr>
          <p:cNvSpPr/>
          <p:nvPr/>
        </p:nvSpPr>
        <p:spPr>
          <a:xfrm>
            <a:off x="6489928" y="1663643"/>
            <a:ext cx="95225" cy="67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7" name="Creating a Powerful High-Trust Team">
            <a:extLst>
              <a:ext uri="{FF2B5EF4-FFF2-40B4-BE49-F238E27FC236}">
                <a16:creationId xmlns:a16="http://schemas.microsoft.com/office/drawing/2014/main" id="{66BCBB53-197C-98A8-48E2-E0D04FF5995F}"/>
              </a:ext>
            </a:extLst>
          </p:cNvPr>
          <p:cNvSpPr txBox="1"/>
          <p:nvPr/>
        </p:nvSpPr>
        <p:spPr>
          <a:xfrm>
            <a:off x="6870828" y="2278343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sz="1200" dirty="0"/>
              <a:t>gedefinieerde criteria</a:t>
            </a:r>
            <a:endParaRPr lang="en-US" sz="1200" kern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42EE595A-8DA8-1EB6-19FE-AAF96E66F5BF}"/>
              </a:ext>
            </a:extLst>
          </p:cNvPr>
          <p:cNvSpPr/>
          <p:nvPr/>
        </p:nvSpPr>
        <p:spPr>
          <a:xfrm>
            <a:off x="6362961" y="2221736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9" name="Graphic 2">
            <a:extLst>
              <a:ext uri="{FF2B5EF4-FFF2-40B4-BE49-F238E27FC236}">
                <a16:creationId xmlns:a16="http://schemas.microsoft.com/office/drawing/2014/main" id="{5DF4C1FB-7DBE-0203-D9E0-2086A96DA2A0}"/>
              </a:ext>
            </a:extLst>
          </p:cNvPr>
          <p:cNvSpPr/>
          <p:nvPr/>
        </p:nvSpPr>
        <p:spPr>
          <a:xfrm>
            <a:off x="6489928" y="2362437"/>
            <a:ext cx="95225" cy="67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0" name="Make a Difference Every Day">
            <a:extLst>
              <a:ext uri="{FF2B5EF4-FFF2-40B4-BE49-F238E27FC236}">
                <a16:creationId xmlns:a16="http://schemas.microsoft.com/office/drawing/2014/main" id="{5455F361-DFDF-E3C1-BB92-C4F5067F7E1D}"/>
              </a:ext>
            </a:extLst>
          </p:cNvPr>
          <p:cNvSpPr txBox="1"/>
          <p:nvPr/>
        </p:nvSpPr>
        <p:spPr>
          <a:xfrm>
            <a:off x="6870828" y="2977137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en-US" sz="1200" kern="0" dirty="0" err="1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Onderzoek</a:t>
            </a: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 tools </a:t>
            </a:r>
            <a:r>
              <a:rPr lang="en-US" sz="1200" kern="0" dirty="0" err="1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aan</a:t>
            </a: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 hand van criteria</a:t>
            </a: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9D2006E5-6FAC-DE3E-8A71-AAC44FE06D70}"/>
              </a:ext>
            </a:extLst>
          </p:cNvPr>
          <p:cNvSpPr/>
          <p:nvPr/>
        </p:nvSpPr>
        <p:spPr>
          <a:xfrm>
            <a:off x="6362961" y="2920531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9" name="Rounded Rectangle">
            <a:extLst>
              <a:ext uri="{FF2B5EF4-FFF2-40B4-BE49-F238E27FC236}">
                <a16:creationId xmlns:a16="http://schemas.microsoft.com/office/drawing/2014/main" id="{F2B45EB8-026B-9209-EA01-5AA76B857CA1}"/>
              </a:ext>
            </a:extLst>
          </p:cNvPr>
          <p:cNvSpPr/>
          <p:nvPr/>
        </p:nvSpPr>
        <p:spPr>
          <a:xfrm>
            <a:off x="649339" y="635728"/>
            <a:ext cx="5184557" cy="5586546"/>
          </a:xfrm>
          <a:prstGeom prst="roundRect">
            <a:avLst>
              <a:gd name="adj" fmla="val 7143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98000">
                <a:schemeClr val="accent1">
                  <a:lumMod val="90000"/>
                  <a:lumOff val="10000"/>
                </a:schemeClr>
              </a:gs>
              <a:gs pos="0">
                <a:schemeClr val="accent1"/>
              </a:gs>
            </a:gsLst>
            <a:path path="circle">
              <a:fillToRect l="100000" b="100000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" name="Light In The Darkness">
            <a:extLst>
              <a:ext uri="{FF2B5EF4-FFF2-40B4-BE49-F238E27FC236}">
                <a16:creationId xmlns:a16="http://schemas.microsoft.com/office/drawing/2014/main" id="{CBE2BE8F-E7CB-CCC0-7E8C-CF6758DCA946}"/>
              </a:ext>
            </a:extLst>
          </p:cNvPr>
          <p:cNvSpPr txBox="1"/>
          <p:nvPr/>
        </p:nvSpPr>
        <p:spPr>
          <a:xfrm>
            <a:off x="1009152" y="1163048"/>
            <a:ext cx="4456466" cy="666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20000"/>
              </a:lnSpc>
              <a:defRPr sz="8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3999" b="1" dirty="0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  <a:t>Tools</a:t>
            </a:r>
            <a:endParaRPr sz="3999" b="1" dirty="0">
              <a:solidFill>
                <a:schemeClr val="accent2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3" name="This is a place where you can describe your awesome presentation.">
            <a:extLst>
              <a:ext uri="{FF2B5EF4-FFF2-40B4-BE49-F238E27FC236}">
                <a16:creationId xmlns:a16="http://schemas.microsoft.com/office/drawing/2014/main" id="{874BF32A-1D99-ECAE-501F-A631140A66CF}"/>
              </a:ext>
            </a:extLst>
          </p:cNvPr>
          <p:cNvSpPr txBox="1"/>
          <p:nvPr/>
        </p:nvSpPr>
        <p:spPr>
          <a:xfrm>
            <a:off x="1009152" y="2527743"/>
            <a:ext cx="4456466" cy="292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lnSpc>
                <a:spcPct val="120000"/>
              </a:lnSpc>
              <a:defRPr/>
            </a:pPr>
            <a:endParaRPr lang="en-US" sz="1400" dirty="0">
              <a:solidFill>
                <a:schemeClr val="accent2"/>
              </a:solidFill>
              <a:latin typeface="Lexend Medium" pitchFamily="2" charset="77"/>
            </a:endParaRPr>
          </a:p>
        </p:txBody>
      </p:sp>
      <p:sp>
        <p:nvSpPr>
          <p:cNvPr id="8" name="Rounded Rectangle">
            <a:extLst>
              <a:ext uri="{FF2B5EF4-FFF2-40B4-BE49-F238E27FC236}">
                <a16:creationId xmlns:a16="http://schemas.microsoft.com/office/drawing/2014/main" id="{8863355A-2E71-3C4C-15BC-E6E71BB4055C}"/>
              </a:ext>
            </a:extLst>
          </p:cNvPr>
          <p:cNvSpPr/>
          <p:nvPr/>
        </p:nvSpPr>
        <p:spPr>
          <a:xfrm>
            <a:off x="1009152" y="5508851"/>
            <a:ext cx="949910" cy="37220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miter lim="400000"/>
          </a:ln>
        </p:spPr>
        <p:txBody>
          <a:bodyPr wrap="none" lIns="182880" tIns="54864" rIns="182880" bIns="54864" anchor="t" anchorCtr="0">
            <a:spAutoFit/>
          </a:bodyPr>
          <a:lstStyle/>
          <a:p>
            <a:pPr>
              <a:defRPr/>
            </a:pPr>
            <a:r>
              <a:rPr lang="en-US" sz="1000" dirty="0">
                <a:solidFill>
                  <a:schemeClr val="bg1"/>
                </a:solidFill>
                <a:latin typeface="Lexend SemiBold" pitchFamily="2" charset="77"/>
                <a:cs typeface="Montserrat" panose="00000500000000000000" pitchFamily="2" charset="0"/>
              </a:rPr>
              <a:t>Research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87433-937B-CC39-F561-330610269921}"/>
              </a:ext>
            </a:extLst>
          </p:cNvPr>
          <p:cNvSpPr/>
          <p:nvPr/>
        </p:nvSpPr>
        <p:spPr>
          <a:xfrm rot="5400000">
            <a:off x="6514680" y="3015757"/>
            <a:ext cx="45719" cy="158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Customer first">
            <a:extLst>
              <a:ext uri="{FF2B5EF4-FFF2-40B4-BE49-F238E27FC236}">
                <a16:creationId xmlns:a16="http://schemas.microsoft.com/office/drawing/2014/main" id="{53A11F86-A3CC-D725-1FB0-9F6DEDAF298F}"/>
              </a:ext>
            </a:extLst>
          </p:cNvPr>
          <p:cNvSpPr txBox="1"/>
          <p:nvPr/>
        </p:nvSpPr>
        <p:spPr>
          <a:xfrm>
            <a:off x="6870828" y="3675930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sz="1200" dirty="0"/>
              <a:t>Selecteren top tools</a:t>
            </a:r>
            <a:endParaRPr lang="en-US" sz="1200" kern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6" name="Circle">
            <a:extLst>
              <a:ext uri="{FF2B5EF4-FFF2-40B4-BE49-F238E27FC236}">
                <a16:creationId xmlns:a16="http://schemas.microsoft.com/office/drawing/2014/main" id="{3E9F3B93-00E7-12D2-3872-A1665853A33B}"/>
              </a:ext>
            </a:extLst>
          </p:cNvPr>
          <p:cNvSpPr/>
          <p:nvPr/>
        </p:nvSpPr>
        <p:spPr>
          <a:xfrm>
            <a:off x="6362961" y="3619325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60FEFC-924F-FDFB-4288-C86D10CF1962}"/>
              </a:ext>
            </a:extLst>
          </p:cNvPr>
          <p:cNvSpPr/>
          <p:nvPr/>
        </p:nvSpPr>
        <p:spPr>
          <a:xfrm rot="5400000">
            <a:off x="6512985" y="3714550"/>
            <a:ext cx="45719" cy="158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89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DB170-F0A8-8FC7-0A24-03370B475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estor Presentation">
            <a:extLst>
              <a:ext uri="{FF2B5EF4-FFF2-40B4-BE49-F238E27FC236}">
                <a16:creationId xmlns:a16="http://schemas.microsoft.com/office/drawing/2014/main" id="{A952D51C-DFE1-0EA7-9B09-69CB20FF0564}"/>
              </a:ext>
            </a:extLst>
          </p:cNvPr>
          <p:cNvSpPr txBox="1"/>
          <p:nvPr/>
        </p:nvSpPr>
        <p:spPr>
          <a:xfrm>
            <a:off x="634834" y="735305"/>
            <a:ext cx="10919156" cy="1282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svg="http://schemas.microsoft.com/office/drawing/2016/SVG/main" xmlns:a16="http://schemas.microsoft.com/office/drawing/2014/main" val="1"/>
            </a:ext>
          </a:extLst>
        </p:spPr>
        <p:txBody>
          <a:bodyPr lIns="25393" tIns="25393" rIns="25393" bIns="25393" anchor="t">
            <a:spAutoFit/>
          </a:bodyPr>
          <a:lstStyle>
            <a:lvl1pPr>
              <a:lnSpc>
                <a:spcPct val="100000"/>
              </a:lnSpc>
              <a:defRPr sz="16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en-US" sz="7998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  <a:hlinkClick r:id="rId2"/>
              </a:rPr>
              <a:t>Portfolio</a:t>
            </a:r>
            <a:endParaRPr lang="en-US" sz="7998" dirty="0">
              <a:solidFill>
                <a:schemeClr val="tx1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75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05FA-0985-EA21-5DB2-E55D5FC6F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estor Presentation">
            <a:extLst>
              <a:ext uri="{FF2B5EF4-FFF2-40B4-BE49-F238E27FC236}">
                <a16:creationId xmlns:a16="http://schemas.microsoft.com/office/drawing/2014/main" id="{5EEA6FAA-9163-93C4-A3ED-1F7D2A128D21}"/>
              </a:ext>
            </a:extLst>
          </p:cNvPr>
          <p:cNvSpPr txBox="1"/>
          <p:nvPr/>
        </p:nvSpPr>
        <p:spPr>
          <a:xfrm>
            <a:off x="634834" y="735305"/>
            <a:ext cx="10919156" cy="1282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c="http://schemas.openxmlformats.org/markup-compatibility/2006" xmlns:p14="http://schemas.microsoft.com/office/powerpoint/2010/main" xmlns:asvg="http://schemas.microsoft.com/office/drawing/2016/SVG/main" xmlns:a16="http://schemas.microsoft.com/office/drawing/2014/main" val="1"/>
            </a:ext>
          </a:extLst>
        </p:spPr>
        <p:txBody>
          <a:bodyPr lIns="25393" tIns="25393" rIns="25393" bIns="25393" anchor="t">
            <a:spAutoFit/>
          </a:bodyPr>
          <a:lstStyle>
            <a:lvl1pPr>
              <a:lnSpc>
                <a:spcPct val="100000"/>
              </a:lnSpc>
              <a:defRPr sz="16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defRPr/>
            </a:pPr>
            <a:r>
              <a:rPr lang="en-US" sz="7998" dirty="0" err="1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Volgende</a:t>
            </a:r>
            <a:r>
              <a:rPr lang="en-US" sz="7998" dirty="0">
                <a:solidFill>
                  <a:schemeClr val="tx1"/>
                </a:solidFill>
                <a:latin typeface="Lexend SemiBold" pitchFamily="2" charset="77"/>
                <a:cs typeface="Montserrat" panose="00000500000000000000" pitchFamily="2" charset="0"/>
              </a:rPr>
              <a:t> sprint</a:t>
            </a:r>
          </a:p>
        </p:txBody>
      </p:sp>
    </p:spTree>
    <p:extLst>
      <p:ext uri="{BB962C8B-B14F-4D97-AF65-F5344CB8AC3E}">
        <p14:creationId xmlns:p14="http://schemas.microsoft.com/office/powerpoint/2010/main" val="109417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C0C32-4975-00E4-678E-81A4C2ADF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">
            <a:extLst>
              <a:ext uri="{FF2B5EF4-FFF2-40B4-BE49-F238E27FC236}">
                <a16:creationId xmlns:a16="http://schemas.microsoft.com/office/drawing/2014/main" id="{7F044AEF-B108-C7EB-DE8A-2BA8411B0CC5}"/>
              </a:ext>
            </a:extLst>
          </p:cNvPr>
          <p:cNvSpPr/>
          <p:nvPr/>
        </p:nvSpPr>
        <p:spPr>
          <a:xfrm>
            <a:off x="6093043" y="635728"/>
            <a:ext cx="5184557" cy="558654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4" name="Transparency Work">
            <a:extLst>
              <a:ext uri="{FF2B5EF4-FFF2-40B4-BE49-F238E27FC236}">
                <a16:creationId xmlns:a16="http://schemas.microsoft.com/office/drawing/2014/main" id="{7832C7EB-D0DE-F5C1-55B9-197D2DF1424E}"/>
              </a:ext>
            </a:extLst>
          </p:cNvPr>
          <p:cNvSpPr txBox="1"/>
          <p:nvPr/>
        </p:nvSpPr>
        <p:spPr>
          <a:xfrm>
            <a:off x="6870828" y="1579547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nl-NL" sz="1200" dirty="0"/>
              <a:t>Tools researchen en aanbevelen</a:t>
            </a:r>
            <a:endParaRPr lang="en-US" sz="1200" kern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25" name="Circle">
            <a:extLst>
              <a:ext uri="{FF2B5EF4-FFF2-40B4-BE49-F238E27FC236}">
                <a16:creationId xmlns:a16="http://schemas.microsoft.com/office/drawing/2014/main" id="{46AE809F-B72C-3EC0-EB2B-FFE8F5042AE7}"/>
              </a:ext>
            </a:extLst>
          </p:cNvPr>
          <p:cNvSpPr/>
          <p:nvPr/>
        </p:nvSpPr>
        <p:spPr>
          <a:xfrm>
            <a:off x="6362961" y="1522942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6" name="Graphic 2">
            <a:extLst>
              <a:ext uri="{FF2B5EF4-FFF2-40B4-BE49-F238E27FC236}">
                <a16:creationId xmlns:a16="http://schemas.microsoft.com/office/drawing/2014/main" id="{5E9A0685-8649-1862-7CC6-B23FB7EF62A2}"/>
              </a:ext>
            </a:extLst>
          </p:cNvPr>
          <p:cNvSpPr/>
          <p:nvPr/>
        </p:nvSpPr>
        <p:spPr>
          <a:xfrm>
            <a:off x="6489928" y="1663643"/>
            <a:ext cx="95225" cy="677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7" name="Creating a Powerful High-Trust Team">
            <a:extLst>
              <a:ext uri="{FF2B5EF4-FFF2-40B4-BE49-F238E27FC236}">
                <a16:creationId xmlns:a16="http://schemas.microsoft.com/office/drawing/2014/main" id="{0805A2E8-FE98-D55D-B5FC-27D4651416D1}"/>
              </a:ext>
            </a:extLst>
          </p:cNvPr>
          <p:cNvSpPr txBox="1"/>
          <p:nvPr/>
        </p:nvSpPr>
        <p:spPr>
          <a:xfrm>
            <a:off x="6870828" y="2278343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Test </a:t>
            </a:r>
            <a:r>
              <a:rPr lang="en-US" sz="1200" kern="0" dirty="0" err="1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implementaties</a:t>
            </a: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 </a:t>
            </a:r>
            <a:r>
              <a:rPr lang="en-US" sz="1200" kern="0" dirty="0" err="1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beste</a:t>
            </a: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 tools</a:t>
            </a: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5A49F864-DE2F-5F98-ED0C-3D654C6E1FA9}"/>
              </a:ext>
            </a:extLst>
          </p:cNvPr>
          <p:cNvSpPr/>
          <p:nvPr/>
        </p:nvSpPr>
        <p:spPr>
          <a:xfrm>
            <a:off x="6362961" y="2221736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9" name="Graphic 2">
            <a:extLst>
              <a:ext uri="{FF2B5EF4-FFF2-40B4-BE49-F238E27FC236}">
                <a16:creationId xmlns:a16="http://schemas.microsoft.com/office/drawing/2014/main" id="{30B54CF8-BEF6-4934-5710-1EB13A90456E}"/>
              </a:ext>
            </a:extLst>
          </p:cNvPr>
          <p:cNvSpPr/>
          <p:nvPr/>
        </p:nvSpPr>
        <p:spPr>
          <a:xfrm>
            <a:off x="6489928" y="2362437"/>
            <a:ext cx="95225" cy="67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0" name="Make a Difference Every Day">
            <a:extLst>
              <a:ext uri="{FF2B5EF4-FFF2-40B4-BE49-F238E27FC236}">
                <a16:creationId xmlns:a16="http://schemas.microsoft.com/office/drawing/2014/main" id="{EF4C7944-348D-D439-48A4-252BA36A4CAF}"/>
              </a:ext>
            </a:extLst>
          </p:cNvPr>
          <p:cNvSpPr txBox="1"/>
          <p:nvPr/>
        </p:nvSpPr>
        <p:spPr>
          <a:xfrm>
            <a:off x="6870828" y="2977137"/>
            <a:ext cx="4062942" cy="235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393" tIns="25393" rIns="25393" bIns="25393" anchor="ctr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lnSpc>
                <a:spcPct val="100000"/>
              </a:lnSpc>
              <a:defRPr/>
            </a:pPr>
            <a:r>
              <a:rPr lang="en-US" sz="1200" kern="0" dirty="0" err="1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Designen</a:t>
            </a:r>
            <a:r>
              <a:rPr lang="en-US" sz="1200" kern="0" dirty="0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 </a:t>
            </a:r>
            <a:r>
              <a:rPr lang="en-US" sz="1200" kern="0" dirty="0" err="1">
                <a:solidFill>
                  <a:srgbClr val="0D0D0D"/>
                </a:solidFill>
                <a:latin typeface="Lexend SemiBold" pitchFamily="2" charset="77"/>
                <a:cs typeface="Montserrat" panose="00000500000000000000" pitchFamily="2" charset="0"/>
              </a:rPr>
              <a:t>implementatie</a:t>
            </a:r>
            <a:endParaRPr lang="en-US" sz="1200" kern="0" dirty="0">
              <a:solidFill>
                <a:srgbClr val="0D0D0D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31" name="Circle">
            <a:extLst>
              <a:ext uri="{FF2B5EF4-FFF2-40B4-BE49-F238E27FC236}">
                <a16:creationId xmlns:a16="http://schemas.microsoft.com/office/drawing/2014/main" id="{8179FCE1-7969-FF3A-CA4E-6521B776F750}"/>
              </a:ext>
            </a:extLst>
          </p:cNvPr>
          <p:cNvSpPr/>
          <p:nvPr/>
        </p:nvSpPr>
        <p:spPr>
          <a:xfrm>
            <a:off x="6362961" y="2920531"/>
            <a:ext cx="349159" cy="349160"/>
          </a:xfrm>
          <a:prstGeom prst="ellipse">
            <a:avLst/>
          </a:prstGeom>
          <a:solidFill>
            <a:srgbClr val="0D0D0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2" name="Graphic 2">
            <a:extLst>
              <a:ext uri="{FF2B5EF4-FFF2-40B4-BE49-F238E27FC236}">
                <a16:creationId xmlns:a16="http://schemas.microsoft.com/office/drawing/2014/main" id="{E934B67B-5456-6C31-0D58-FD6D6A69E048}"/>
              </a:ext>
            </a:extLst>
          </p:cNvPr>
          <p:cNvSpPr/>
          <p:nvPr/>
        </p:nvSpPr>
        <p:spPr>
          <a:xfrm>
            <a:off x="6489928" y="3061232"/>
            <a:ext cx="95225" cy="677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2960"/>
                </a:moveTo>
                <a:lnTo>
                  <a:pt x="6171" y="21600"/>
                </a:lnTo>
                <a:lnTo>
                  <a:pt x="21600" y="0"/>
                </a:lnTo>
              </a:path>
            </a:pathLst>
          </a:custGeom>
          <a:ln w="25400" cap="rnd">
            <a:solidFill>
              <a:srgbClr val="FFFFFF"/>
            </a:solidFill>
          </a:ln>
        </p:spPr>
        <p:txBody>
          <a:bodyPr lIns="22854" rIns="22854" anchor="ctr"/>
          <a:lstStyle/>
          <a:p>
            <a:pPr defTabSz="457109" hangingPunct="0">
              <a:defRPr sz="1800">
                <a:solidFill>
                  <a:srgbClr val="000000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200" kern="0" dirty="0">
              <a:solidFill>
                <a:srgbClr val="000000"/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39" name="Rounded Rectangle">
            <a:extLst>
              <a:ext uri="{FF2B5EF4-FFF2-40B4-BE49-F238E27FC236}">
                <a16:creationId xmlns:a16="http://schemas.microsoft.com/office/drawing/2014/main" id="{CCC93C4C-50D6-0ED5-023B-6A99269C8C68}"/>
              </a:ext>
            </a:extLst>
          </p:cNvPr>
          <p:cNvSpPr/>
          <p:nvPr/>
        </p:nvSpPr>
        <p:spPr>
          <a:xfrm>
            <a:off x="649339" y="635728"/>
            <a:ext cx="5184557" cy="5586546"/>
          </a:xfrm>
          <a:prstGeom prst="roundRect">
            <a:avLst>
              <a:gd name="adj" fmla="val 7143"/>
            </a:avLst>
          </a:prstGeom>
          <a:gradFill>
            <a:gsLst>
              <a:gs pos="0">
                <a:schemeClr val="bg2">
                  <a:lumMod val="75000"/>
                </a:schemeClr>
              </a:gs>
              <a:gs pos="98000">
                <a:schemeClr val="accent1">
                  <a:lumMod val="90000"/>
                  <a:lumOff val="10000"/>
                </a:schemeClr>
              </a:gs>
              <a:gs pos="0">
                <a:schemeClr val="accent1"/>
              </a:gs>
            </a:gsLst>
            <a:path path="circle">
              <a:fillToRect l="100000" b="100000"/>
            </a:path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defTabSz="412667" hangingPunct="0">
              <a:defRPr sz="3200">
                <a:solidFill>
                  <a:srgbClr val="FFFFFF"/>
                </a:solidFill>
                <a:latin typeface="Montserrat" panose="00000500000000000000" pitchFamily="2" charset="0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defRPr>
            </a:pPr>
            <a:endParaRPr sz="1600" kern="0" dirty="0">
              <a:solidFill>
                <a:srgbClr val="FFFFFF"/>
              </a:solidFill>
              <a:latin typeface="Lexend SemiBold" pitchFamily="2" charset="77"/>
              <a:ea typeface="Montserrat" panose="00000500000000000000" pitchFamily="2" charset="0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sp>
        <p:nvSpPr>
          <p:cNvPr id="2" name="Light In The Darkness">
            <a:extLst>
              <a:ext uri="{FF2B5EF4-FFF2-40B4-BE49-F238E27FC236}">
                <a16:creationId xmlns:a16="http://schemas.microsoft.com/office/drawing/2014/main" id="{323D1BE5-2B02-7D89-72A1-56CF45D4A8FC}"/>
              </a:ext>
            </a:extLst>
          </p:cNvPr>
          <p:cNvSpPr txBox="1"/>
          <p:nvPr/>
        </p:nvSpPr>
        <p:spPr>
          <a:xfrm>
            <a:off x="1009152" y="1163048"/>
            <a:ext cx="4456466" cy="666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lnSpc>
                <a:spcPct val="120000"/>
              </a:lnSpc>
              <a:defRPr sz="800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3999" b="1" dirty="0" err="1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  <a:t>Volgende</a:t>
            </a:r>
            <a:r>
              <a:rPr lang="en-US" sz="3999" b="1" dirty="0">
                <a:solidFill>
                  <a:schemeClr val="accent2"/>
                </a:solidFill>
                <a:latin typeface="Lexend SemiBold" pitchFamily="2" charset="77"/>
                <a:cs typeface="Montserrat" panose="00000500000000000000" pitchFamily="2" charset="0"/>
              </a:rPr>
              <a:t> sprint</a:t>
            </a:r>
            <a:endParaRPr sz="3999" b="1" dirty="0">
              <a:solidFill>
                <a:schemeClr val="accent2"/>
              </a:solidFill>
              <a:latin typeface="Lexend SemiBold" pitchFamily="2" charset="77"/>
              <a:cs typeface="Montserrat" panose="00000500000000000000" pitchFamily="2" charset="0"/>
            </a:endParaRPr>
          </a:p>
        </p:txBody>
      </p:sp>
      <p:sp>
        <p:nvSpPr>
          <p:cNvPr id="3" name="This is a place where you can describe your awesome presentation.">
            <a:extLst>
              <a:ext uri="{FF2B5EF4-FFF2-40B4-BE49-F238E27FC236}">
                <a16:creationId xmlns:a16="http://schemas.microsoft.com/office/drawing/2014/main" id="{8540B2CE-E494-B283-D745-CC737A3A122B}"/>
              </a:ext>
            </a:extLst>
          </p:cNvPr>
          <p:cNvSpPr txBox="1"/>
          <p:nvPr/>
        </p:nvSpPr>
        <p:spPr>
          <a:xfrm>
            <a:off x="1009152" y="2527743"/>
            <a:ext cx="4456466" cy="292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393" tIns="25393" rIns="25393" bIns="25393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lnSpc>
                <a:spcPct val="120000"/>
              </a:lnSpc>
              <a:defRPr/>
            </a:pPr>
            <a:endParaRPr lang="en-US" sz="1400" dirty="0">
              <a:solidFill>
                <a:schemeClr val="accent2"/>
              </a:solidFill>
              <a:latin typeface="Lexend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709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4">
            <a:extLst>
              <a:ext uri="{FF2B5EF4-FFF2-40B4-BE49-F238E27FC236}">
                <a16:creationId xmlns:a16="http://schemas.microsoft.com/office/drawing/2014/main" id="{30E761F9-D624-0DA8-E09D-450B8A207967}"/>
              </a:ext>
            </a:extLst>
          </p:cNvPr>
          <p:cNvSpPr txBox="1"/>
          <p:nvPr/>
        </p:nvSpPr>
        <p:spPr>
          <a:xfrm>
            <a:off x="5891113" y="2121276"/>
            <a:ext cx="3047206" cy="23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defRPr/>
            </a:pPr>
            <a:r>
              <a:rPr sz="1200" kern="0">
                <a:solidFill>
                  <a:srgbClr val="0D0D0D"/>
                </a:solidFill>
                <a:latin typeface="Lexend Medium" pitchFamily="2" charset="77"/>
                <a:cs typeface="Montserrat" panose="00000500000000000000" pitchFamily="2" charset="0"/>
              </a:rPr>
              <a:t>Total sales</a:t>
            </a:r>
          </a:p>
        </p:txBody>
      </p:sp>
      <p:sp>
        <p:nvSpPr>
          <p:cNvPr id="5" name="Object5">
            <a:extLst>
              <a:ext uri="{FF2B5EF4-FFF2-40B4-BE49-F238E27FC236}">
                <a16:creationId xmlns:a16="http://schemas.microsoft.com/office/drawing/2014/main" id="{C058ADCC-8BE7-689D-4AAA-299027B0EB49}"/>
              </a:ext>
            </a:extLst>
          </p:cNvPr>
          <p:cNvSpPr txBox="1"/>
          <p:nvPr/>
        </p:nvSpPr>
        <p:spPr>
          <a:xfrm>
            <a:off x="9192253" y="2121276"/>
            <a:ext cx="1777537" cy="23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defRPr/>
            </a:pPr>
            <a:r>
              <a:rPr sz="1200" kern="0">
                <a:solidFill>
                  <a:srgbClr val="0D0D0D"/>
                </a:solidFill>
                <a:latin typeface="Lexend Medium" pitchFamily="2" charset="77"/>
                <a:cs typeface="Montserrat" panose="00000500000000000000" pitchFamily="2" charset="0"/>
              </a:rPr>
              <a:t>23000 / 32000</a:t>
            </a:r>
          </a:p>
        </p:txBody>
      </p:sp>
      <p:sp>
        <p:nvSpPr>
          <p:cNvPr id="6" name="Object6">
            <a:extLst>
              <a:ext uri="{FF2B5EF4-FFF2-40B4-BE49-F238E27FC236}">
                <a16:creationId xmlns:a16="http://schemas.microsoft.com/office/drawing/2014/main" id="{2A4CA606-1DF3-07F2-E740-D3CA960E8BF5}"/>
              </a:ext>
            </a:extLst>
          </p:cNvPr>
          <p:cNvSpPr txBox="1"/>
          <p:nvPr/>
        </p:nvSpPr>
        <p:spPr>
          <a:xfrm>
            <a:off x="5891113" y="3486171"/>
            <a:ext cx="3047206" cy="23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defRPr/>
            </a:pPr>
            <a:r>
              <a:rPr sz="1200" kern="0">
                <a:solidFill>
                  <a:srgbClr val="0D0D0D"/>
                </a:solidFill>
                <a:latin typeface="Lexend Medium" pitchFamily="2" charset="77"/>
                <a:cs typeface="Montserrat" panose="00000500000000000000" pitchFamily="2" charset="0"/>
              </a:rPr>
              <a:t>New offices</a:t>
            </a:r>
          </a:p>
        </p:txBody>
      </p:sp>
      <p:sp>
        <p:nvSpPr>
          <p:cNvPr id="7" name="Object7">
            <a:extLst>
              <a:ext uri="{FF2B5EF4-FFF2-40B4-BE49-F238E27FC236}">
                <a16:creationId xmlns:a16="http://schemas.microsoft.com/office/drawing/2014/main" id="{0CD5B1F7-CA31-2940-80D6-D7C60BA74634}"/>
              </a:ext>
            </a:extLst>
          </p:cNvPr>
          <p:cNvSpPr txBox="1"/>
          <p:nvPr/>
        </p:nvSpPr>
        <p:spPr>
          <a:xfrm>
            <a:off x="9192253" y="3486171"/>
            <a:ext cx="1777537" cy="23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defRPr/>
            </a:pPr>
            <a:r>
              <a:rPr sz="1200" kern="0">
                <a:solidFill>
                  <a:srgbClr val="0D0D0D"/>
                </a:solidFill>
                <a:latin typeface="Lexend Medium" pitchFamily="2" charset="77"/>
                <a:cs typeface="Montserrat" panose="00000500000000000000" pitchFamily="2" charset="0"/>
              </a:rPr>
              <a:t>15 / 15</a:t>
            </a:r>
          </a:p>
        </p:txBody>
      </p:sp>
      <p:sp>
        <p:nvSpPr>
          <p:cNvPr id="8" name="Object8">
            <a:extLst>
              <a:ext uri="{FF2B5EF4-FFF2-40B4-BE49-F238E27FC236}">
                <a16:creationId xmlns:a16="http://schemas.microsoft.com/office/drawing/2014/main" id="{A84E29CF-9B66-ABF4-986B-92C6291FBCEF}"/>
              </a:ext>
            </a:extLst>
          </p:cNvPr>
          <p:cNvSpPr txBox="1"/>
          <p:nvPr/>
        </p:nvSpPr>
        <p:spPr>
          <a:xfrm>
            <a:off x="5891113" y="4851065"/>
            <a:ext cx="3047206" cy="23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defRPr/>
            </a:pPr>
            <a:r>
              <a:rPr sz="1200" kern="0">
                <a:solidFill>
                  <a:srgbClr val="0D0D0D"/>
                </a:solidFill>
                <a:latin typeface="Lexend Medium" pitchFamily="2" charset="77"/>
                <a:cs typeface="Montserrat" panose="00000500000000000000" pitchFamily="2" charset="0"/>
              </a:rPr>
              <a:t>Decrease bounce rate</a:t>
            </a:r>
          </a:p>
        </p:txBody>
      </p:sp>
      <p:sp>
        <p:nvSpPr>
          <p:cNvPr id="9" name="Object9">
            <a:extLst>
              <a:ext uri="{FF2B5EF4-FFF2-40B4-BE49-F238E27FC236}">
                <a16:creationId xmlns:a16="http://schemas.microsoft.com/office/drawing/2014/main" id="{C29F8DE1-6554-97E0-1FF7-917620841792}"/>
              </a:ext>
            </a:extLst>
          </p:cNvPr>
          <p:cNvSpPr txBox="1"/>
          <p:nvPr/>
        </p:nvSpPr>
        <p:spPr>
          <a:xfrm>
            <a:off x="9192253" y="4851065"/>
            <a:ext cx="1777537" cy="2319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ct val="140000"/>
              </a:lnSpc>
              <a:defRPr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 defTabSz="412667" hangingPunct="0">
              <a:defRPr/>
            </a:pPr>
            <a:r>
              <a:rPr sz="1200" kern="0">
                <a:solidFill>
                  <a:srgbClr val="0D0D0D"/>
                </a:solidFill>
                <a:latin typeface="Lexend Medium" pitchFamily="2" charset="77"/>
                <a:cs typeface="Montserrat" panose="00000500000000000000" pitchFamily="2" charset="0"/>
              </a:rPr>
              <a:t>12.3% / 38%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5152395-3F07-2592-A76C-101F8F81C5FE}"/>
              </a:ext>
            </a:extLst>
          </p:cNvPr>
          <p:cNvGrpSpPr/>
          <p:nvPr/>
        </p:nvGrpSpPr>
        <p:grpSpPr>
          <a:xfrm>
            <a:off x="5891113" y="1607272"/>
            <a:ext cx="5078677" cy="379362"/>
            <a:chOff x="6475313" y="1646408"/>
            <a:chExt cx="5078677" cy="379362"/>
          </a:xfrm>
        </p:grpSpPr>
        <p:sp>
          <p:nvSpPr>
            <p:cNvPr id="12" name="Rounded Rectangle">
              <a:extLst>
                <a:ext uri="{FF2B5EF4-FFF2-40B4-BE49-F238E27FC236}">
                  <a16:creationId xmlns:a16="http://schemas.microsoft.com/office/drawing/2014/main" id="{7C13C2F9-83DC-5B29-09FE-AFDB2F0F9334}"/>
                </a:ext>
              </a:extLst>
            </p:cNvPr>
            <p:cNvSpPr/>
            <p:nvPr/>
          </p:nvSpPr>
          <p:spPr>
            <a:xfrm>
              <a:off x="6475313" y="1646408"/>
              <a:ext cx="5078677" cy="379362"/>
            </a:xfrm>
            <a:prstGeom prst="roundRect">
              <a:avLst>
                <a:gd name="adj" fmla="val 50000"/>
              </a:avLst>
            </a:prstGeom>
            <a:solidFill>
              <a:srgbClr val="C7DE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412667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Montserrat" panose="00000500000000000000" pitchFamily="2" charset="0"/>
                  <a:ea typeface="Montserrat" panose="00000500000000000000" pitchFamily="2" charset="0"/>
                  <a:cs typeface="Montserrat" panose="00000500000000000000" pitchFamily="2" charset="0"/>
                  <a:sym typeface="Montserrat" panose="00000500000000000000" pitchFamily="2" charset="0"/>
                </a:defRPr>
              </a:pPr>
              <a:endParaRPr kumimoji="0" sz="16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  <p:sp>
          <p:nvSpPr>
            <p:cNvPr id="13" name="Rounded Rectangle">
              <a:extLst>
                <a:ext uri="{FF2B5EF4-FFF2-40B4-BE49-F238E27FC236}">
                  <a16:creationId xmlns:a16="http://schemas.microsoft.com/office/drawing/2014/main" id="{E77507DC-C922-8E7B-B48E-690E8F2BC4E2}"/>
                </a:ext>
              </a:extLst>
            </p:cNvPr>
            <p:cNvSpPr/>
            <p:nvPr/>
          </p:nvSpPr>
          <p:spPr>
            <a:xfrm>
              <a:off x="6475313" y="1646408"/>
              <a:ext cx="3053794" cy="37936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412667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Montserrat" panose="00000500000000000000" pitchFamily="2" charset="0"/>
                  <a:ea typeface="Montserrat" panose="00000500000000000000" pitchFamily="2" charset="0"/>
                  <a:cs typeface="Montserrat" panose="00000500000000000000" pitchFamily="2" charset="0"/>
                  <a:sym typeface="Montserrat" panose="00000500000000000000" pitchFamily="2" charset="0"/>
                </a:defRPr>
              </a:pPr>
              <a:endParaRPr kumimoji="0" sz="16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</p:grpSp>
      <p:sp>
        <p:nvSpPr>
          <p:cNvPr id="20" name="Object5">
            <a:extLst>
              <a:ext uri="{FF2B5EF4-FFF2-40B4-BE49-F238E27FC236}">
                <a16:creationId xmlns:a16="http://schemas.microsoft.com/office/drawing/2014/main" id="{3A362138-D002-67A6-2795-0DEFAF620EFA}"/>
              </a:ext>
            </a:extLst>
          </p:cNvPr>
          <p:cNvSpPr txBox="1"/>
          <p:nvPr/>
        </p:nvSpPr>
        <p:spPr>
          <a:xfrm>
            <a:off x="634834" y="2097742"/>
            <a:ext cx="5078678" cy="1282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 anchor="ctr">
            <a:spAutoFit/>
          </a:bodyPr>
          <a:lstStyle>
            <a:defPPr>
              <a:defRPr lang="en-US"/>
            </a:defPPr>
            <a:lvl1pPr defTabSz="412667" hangingPunct="0">
              <a:defRPr sz="3999" b="1" kern="0">
                <a:solidFill>
                  <a:srgbClr val="0D0D0D"/>
                </a:solidFill>
                <a:latin typeface="Montserrat ExtraBold" pitchFamily="2" charset="77"/>
                <a:cs typeface="Montserrat" panose="00000500000000000000" pitchFamily="2" charset="0"/>
              </a:defRPr>
            </a:lvl1pPr>
          </a:lstStyle>
          <a:p>
            <a:r>
              <a:rPr b="0">
                <a:latin typeface="Lexend Medium" pitchFamily="2" charset="77"/>
                <a:sym typeface="Montserrat" panose="00000500000000000000" pitchFamily="2" charset="0"/>
              </a:rPr>
              <a:t>Adjustable bars</a:t>
            </a:r>
          </a:p>
          <a:p>
            <a:r>
              <a:rPr b="0">
                <a:latin typeface="Lexend Medium" pitchFamily="2" charset="77"/>
                <a:sym typeface="Montserrat" panose="00000500000000000000" pitchFamily="2" charset="0"/>
              </a:rPr>
              <a:t>to show </a:t>
            </a:r>
            <a:r>
              <a:rPr b="0">
                <a:solidFill>
                  <a:schemeClr val="accent4">
                    <a:lumMod val="50000"/>
                    <a:lumOff val="50000"/>
                  </a:schemeClr>
                </a:solidFill>
                <a:latin typeface="Lexend Medium" pitchFamily="2" charset="77"/>
                <a:sym typeface="Montserrat" panose="00000500000000000000" pitchFamily="2" charset="0"/>
              </a:rPr>
              <a:t>the goals</a:t>
            </a:r>
          </a:p>
        </p:txBody>
      </p:sp>
      <p:sp>
        <p:nvSpPr>
          <p:cNvPr id="21" name="Object6">
            <a:extLst>
              <a:ext uri="{FF2B5EF4-FFF2-40B4-BE49-F238E27FC236}">
                <a16:creationId xmlns:a16="http://schemas.microsoft.com/office/drawing/2014/main" id="{65415C6F-7BBA-6E9E-6855-BC1A0DD7C167}"/>
              </a:ext>
            </a:extLst>
          </p:cNvPr>
          <p:cNvSpPr txBox="1"/>
          <p:nvPr/>
        </p:nvSpPr>
        <p:spPr>
          <a:xfrm>
            <a:off x="634834" y="3498387"/>
            <a:ext cx="3670466" cy="13526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defTabSz="412667" hangingPunct="0">
              <a:lnSpc>
                <a:spcPct val="150000"/>
              </a:lnSpc>
              <a:defRPr/>
            </a:pP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Lorem ipsum dolor sit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amet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,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consectetuer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adipiscing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elit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. Donec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odio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.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Quisque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volutpat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orci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urnami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mattis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eros,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consectetuer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adipiscing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elit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.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Pron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orci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lacinia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elementum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enim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, vel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sollicitud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lectus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tristique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aliquet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. Nam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nec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orci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 </a:t>
            </a:r>
            <a:r>
              <a:rPr lang="en-US" sz="1200" kern="0" err="1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erat</a:t>
            </a:r>
            <a:r>
              <a:rPr lang="en-US" sz="1200" kern="0">
                <a:solidFill>
                  <a:srgbClr val="5D7699"/>
                </a:solidFill>
                <a:latin typeface="Lexend Light" pitchFamily="2" charset="77"/>
                <a:cs typeface="Montserrat" panose="00000500000000000000" pitchFamily="2" charset="0"/>
                <a:sym typeface="Montserrat" panose="00000500000000000000" pitchFamily="2" charset="0"/>
              </a:rPr>
              <a:t>.</a:t>
            </a:r>
            <a:endParaRPr sz="1200" kern="0">
              <a:solidFill>
                <a:srgbClr val="5D7699"/>
              </a:solidFill>
              <a:latin typeface="Lexend Light" pitchFamily="2" charset="77"/>
              <a:cs typeface="Montserrat" panose="00000500000000000000" pitchFamily="2" charset="0"/>
              <a:sym typeface="Montserrat" panose="00000500000000000000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ED38636-6036-4E69-D0D0-464EADFC8B64}"/>
              </a:ext>
            </a:extLst>
          </p:cNvPr>
          <p:cNvGrpSpPr/>
          <p:nvPr/>
        </p:nvGrpSpPr>
        <p:grpSpPr>
          <a:xfrm>
            <a:off x="5891113" y="2976806"/>
            <a:ext cx="5078677" cy="379361"/>
            <a:chOff x="6475313" y="3015942"/>
            <a:chExt cx="5078677" cy="379361"/>
          </a:xfrm>
        </p:grpSpPr>
        <p:sp>
          <p:nvSpPr>
            <p:cNvPr id="10" name="Rounded Rectangle">
              <a:extLst>
                <a:ext uri="{FF2B5EF4-FFF2-40B4-BE49-F238E27FC236}">
                  <a16:creationId xmlns:a16="http://schemas.microsoft.com/office/drawing/2014/main" id="{D2AD0D08-B0DF-FB12-0EBC-678DEBF15DF8}"/>
                </a:ext>
              </a:extLst>
            </p:cNvPr>
            <p:cNvSpPr/>
            <p:nvPr/>
          </p:nvSpPr>
          <p:spPr>
            <a:xfrm>
              <a:off x="6475313" y="3015942"/>
              <a:ext cx="5078677" cy="379361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 defTabSz="412667" hangingPunct="0">
                <a:defRPr sz="3200">
                  <a:solidFill>
                    <a:srgbClr val="FFFFFF"/>
                  </a:solidFill>
                  <a:latin typeface="Montserrat" panose="00000500000000000000" pitchFamily="2" charset="0"/>
                  <a:ea typeface="Montserrat" panose="00000500000000000000" pitchFamily="2" charset="0"/>
                  <a:cs typeface="Montserrat" panose="00000500000000000000" pitchFamily="2" charset="0"/>
                  <a:sym typeface="Montserrat" panose="00000500000000000000" pitchFamily="2" charset="0"/>
                </a:defRPr>
              </a:pPr>
              <a:endParaRPr sz="1600" kern="0" dirty="0">
                <a:solidFill>
                  <a:srgbClr val="FFFFFF"/>
                </a:solidFill>
                <a:latin typeface="Lexend SemiBold" pitchFamily="2" charset="77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  <p:sp>
          <p:nvSpPr>
            <p:cNvPr id="11" name="Rounded Rectangle">
              <a:extLst>
                <a:ext uri="{FF2B5EF4-FFF2-40B4-BE49-F238E27FC236}">
                  <a16:creationId xmlns:a16="http://schemas.microsoft.com/office/drawing/2014/main" id="{09995288-1923-9731-0CA2-AA4DE38E826B}"/>
                </a:ext>
              </a:extLst>
            </p:cNvPr>
            <p:cNvSpPr/>
            <p:nvPr/>
          </p:nvSpPr>
          <p:spPr>
            <a:xfrm>
              <a:off x="6475313" y="3015942"/>
              <a:ext cx="4398335" cy="379361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412667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Montserrat" panose="00000500000000000000" pitchFamily="2" charset="0"/>
                  <a:ea typeface="Montserrat" panose="00000500000000000000" pitchFamily="2" charset="0"/>
                  <a:cs typeface="Montserrat" panose="00000500000000000000" pitchFamily="2" charset="0"/>
                  <a:sym typeface="Montserrat" panose="00000500000000000000" pitchFamily="2" charset="0"/>
                </a:defRPr>
              </a:pPr>
              <a:endParaRPr kumimoji="0" sz="16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CF9617-C971-D3DF-C83B-91E174496D09}"/>
              </a:ext>
            </a:extLst>
          </p:cNvPr>
          <p:cNvGrpSpPr/>
          <p:nvPr/>
        </p:nvGrpSpPr>
        <p:grpSpPr>
          <a:xfrm>
            <a:off x="5891113" y="4346340"/>
            <a:ext cx="5078677" cy="379362"/>
            <a:chOff x="6475313" y="4385476"/>
            <a:chExt cx="5078677" cy="379362"/>
          </a:xfrm>
        </p:grpSpPr>
        <p:sp>
          <p:nvSpPr>
            <p:cNvPr id="16" name="Rounded Rectangle">
              <a:extLst>
                <a:ext uri="{FF2B5EF4-FFF2-40B4-BE49-F238E27FC236}">
                  <a16:creationId xmlns:a16="http://schemas.microsoft.com/office/drawing/2014/main" id="{B4F2C8C2-7738-82BB-A595-748316B424DB}"/>
                </a:ext>
              </a:extLst>
            </p:cNvPr>
            <p:cNvSpPr/>
            <p:nvPr/>
          </p:nvSpPr>
          <p:spPr>
            <a:xfrm>
              <a:off x="6475313" y="4385476"/>
              <a:ext cx="5078677" cy="379362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412667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Montserrat" panose="00000500000000000000" pitchFamily="2" charset="0"/>
                  <a:ea typeface="Montserrat" panose="00000500000000000000" pitchFamily="2" charset="0"/>
                  <a:cs typeface="Montserrat" panose="00000500000000000000" pitchFamily="2" charset="0"/>
                  <a:sym typeface="Montserrat" panose="00000500000000000000" pitchFamily="2" charset="0"/>
                </a:defRPr>
              </a:pPr>
              <a:endParaRPr kumimoji="0" sz="16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  <p:sp>
          <p:nvSpPr>
            <p:cNvPr id="17" name="Rounded Rectangle">
              <a:extLst>
                <a:ext uri="{FF2B5EF4-FFF2-40B4-BE49-F238E27FC236}">
                  <a16:creationId xmlns:a16="http://schemas.microsoft.com/office/drawing/2014/main" id="{E6969674-9E19-F064-5A9A-784E790C8CA5}"/>
                </a:ext>
              </a:extLst>
            </p:cNvPr>
            <p:cNvSpPr/>
            <p:nvPr/>
          </p:nvSpPr>
          <p:spPr>
            <a:xfrm>
              <a:off x="6475314" y="4385476"/>
              <a:ext cx="1822000" cy="379362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5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algn="ctr" defTabSz="412667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Montserrat" panose="00000500000000000000" pitchFamily="2" charset="0"/>
                  <a:ea typeface="Montserrat" panose="00000500000000000000" pitchFamily="2" charset="0"/>
                  <a:cs typeface="Montserrat" panose="00000500000000000000" pitchFamily="2" charset="0"/>
                  <a:sym typeface="Montserrat" panose="00000500000000000000" pitchFamily="2" charset="0"/>
                </a:defRPr>
              </a:pPr>
              <a:endParaRPr kumimoji="0" sz="160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 SemiBold" pitchFamily="2" charset="77"/>
                <a:ea typeface="Montserrat" panose="00000500000000000000" pitchFamily="2" charset="0"/>
                <a:cs typeface="Montserrat" panose="00000500000000000000" pitchFamily="2" charset="0"/>
                <a:sym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9304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83A05587-5B52-5987-9B86-8A064F59A082}"/>
              </a:ext>
            </a:extLst>
          </p:cNvPr>
          <p:cNvSpPr/>
          <p:nvPr/>
        </p:nvSpPr>
        <p:spPr>
          <a:xfrm flipH="1">
            <a:off x="1019445" y="2341535"/>
            <a:ext cx="1866461" cy="1866464"/>
          </a:xfrm>
          <a:prstGeom prst="ellipse">
            <a:avLst/>
          </a:prstGeom>
          <a:ln w="228600" cap="rnd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B79C4CDC-6F88-6991-498B-99A008DBF896}"/>
              </a:ext>
            </a:extLst>
          </p:cNvPr>
          <p:cNvSpPr/>
          <p:nvPr/>
        </p:nvSpPr>
        <p:spPr>
          <a:xfrm flipH="1">
            <a:off x="1019445" y="2341535"/>
            <a:ext cx="1866461" cy="1866464"/>
          </a:xfrm>
          <a:prstGeom prst="arc">
            <a:avLst>
              <a:gd name="adj1" fmla="val 2616499"/>
              <a:gd name="adj2" fmla="val 16212414"/>
            </a:avLst>
          </a:prstGeom>
          <a:ln w="228600" cap="rnd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8CD31A2-A34A-477D-F376-54341FB1FCDA}"/>
              </a:ext>
            </a:extLst>
          </p:cNvPr>
          <p:cNvSpPr/>
          <p:nvPr/>
        </p:nvSpPr>
        <p:spPr>
          <a:xfrm flipH="1">
            <a:off x="3604689" y="2341535"/>
            <a:ext cx="1866461" cy="1866464"/>
          </a:xfrm>
          <a:prstGeom prst="ellipse">
            <a:avLst/>
          </a:prstGeom>
          <a:ln w="228600" cap="rnd">
            <a:solidFill>
              <a:schemeClr val="accent3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054FD32-3FE0-E9F1-1698-AC6225E2AA48}"/>
              </a:ext>
            </a:extLst>
          </p:cNvPr>
          <p:cNvSpPr/>
          <p:nvPr/>
        </p:nvSpPr>
        <p:spPr>
          <a:xfrm flipH="1">
            <a:off x="3604689" y="2341535"/>
            <a:ext cx="1866461" cy="1866464"/>
          </a:xfrm>
          <a:prstGeom prst="arc">
            <a:avLst>
              <a:gd name="adj1" fmla="val 3066226"/>
              <a:gd name="adj2" fmla="val 16212414"/>
            </a:avLst>
          </a:prstGeom>
          <a:ln w="228600" cap="rnd">
            <a:solidFill>
              <a:schemeClr val="accent4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314F9B3-333A-10E3-6766-DB1F69E6118E}"/>
              </a:ext>
            </a:extLst>
          </p:cNvPr>
          <p:cNvSpPr/>
          <p:nvPr/>
        </p:nvSpPr>
        <p:spPr>
          <a:xfrm flipH="1">
            <a:off x="6189933" y="2341535"/>
            <a:ext cx="1866461" cy="1866464"/>
          </a:xfrm>
          <a:prstGeom prst="ellipse">
            <a:avLst/>
          </a:prstGeom>
          <a:ln w="228600" cap="rnd">
            <a:solidFill>
              <a:schemeClr val="accent5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CC5BE4A4-762B-3E0B-1F8B-A018CE9611FA}"/>
              </a:ext>
            </a:extLst>
          </p:cNvPr>
          <p:cNvSpPr/>
          <p:nvPr/>
        </p:nvSpPr>
        <p:spPr>
          <a:xfrm flipH="1">
            <a:off x="6189933" y="2341535"/>
            <a:ext cx="1866461" cy="1866464"/>
          </a:xfrm>
          <a:prstGeom prst="arc">
            <a:avLst>
              <a:gd name="adj1" fmla="val 8130728"/>
              <a:gd name="adj2" fmla="val 16212414"/>
            </a:avLst>
          </a:prstGeom>
          <a:ln w="228600" cap="rnd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E215D08-11A6-DFD0-DDA9-A65D42D91AAE}"/>
              </a:ext>
            </a:extLst>
          </p:cNvPr>
          <p:cNvSpPr/>
          <p:nvPr/>
        </p:nvSpPr>
        <p:spPr>
          <a:xfrm flipH="1">
            <a:off x="8775177" y="2341535"/>
            <a:ext cx="1866461" cy="1866464"/>
          </a:xfrm>
          <a:prstGeom prst="ellipse">
            <a:avLst/>
          </a:prstGeom>
          <a:ln w="228600" cap="rnd">
            <a:solidFill>
              <a:schemeClr val="bg2">
                <a:lumMod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8B7735EE-FDA9-5462-EFD7-BA6A9A506BFE}"/>
              </a:ext>
            </a:extLst>
          </p:cNvPr>
          <p:cNvSpPr/>
          <p:nvPr/>
        </p:nvSpPr>
        <p:spPr>
          <a:xfrm flipH="1">
            <a:off x="8775177" y="2341535"/>
            <a:ext cx="1866461" cy="1866464"/>
          </a:xfrm>
          <a:prstGeom prst="arc">
            <a:avLst>
              <a:gd name="adj1" fmla="val 18944938"/>
              <a:gd name="adj2" fmla="val 16212414"/>
            </a:avLst>
          </a:prstGeom>
          <a:ln w="228600" cap="rnd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pPr algn="ctr"/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Lexend Medium" pitchFamily="2" charset="77"/>
              <a:ea typeface="Montserrat" panose="00000500000000000000" pitchFamily="2" charset="0"/>
              <a:cs typeface="Montserrat" panose="00000500000000000000" pitchFamily="2" charset="0"/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3128E9F-B737-50DB-8D2D-21D288F790C4}"/>
              </a:ext>
            </a:extLst>
          </p:cNvPr>
          <p:cNvSpPr txBox="1">
            <a:spLocks/>
          </p:cNvSpPr>
          <p:nvPr/>
        </p:nvSpPr>
        <p:spPr>
          <a:xfrm>
            <a:off x="3800556" y="2844467"/>
            <a:ext cx="1474726" cy="9302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Montserrat" panose="00000500000000000000" pitchFamily="2" charset="0"/>
              <a:buNone/>
              <a:defRPr sz="3600" b="0" i="0" kern="1200" spc="-20" baseline="0">
                <a:solidFill>
                  <a:schemeClr val="tx1"/>
                </a:solidFill>
                <a:latin typeface="Montserrat" pitchFamily="2" charset="77"/>
                <a:ea typeface="Montserrat" panose="00000500000000000000" pitchFamily="2" charset="0"/>
                <a:cs typeface="Montserrat" panose="00000500000000000000" pitchFamily="2" charset="0"/>
              </a:defRPr>
            </a:lvl1pPr>
            <a:lvl2pPr marL="6858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Lexend Medium" pitchFamily="2" charset="77"/>
              </a:rPr>
              <a:t>64%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FAD0EB-12B8-5921-05F2-BCE48FEE2F43}"/>
              </a:ext>
            </a:extLst>
          </p:cNvPr>
          <p:cNvSpPr txBox="1">
            <a:spLocks/>
          </p:cNvSpPr>
          <p:nvPr/>
        </p:nvSpPr>
        <p:spPr>
          <a:xfrm>
            <a:off x="1215312" y="2844467"/>
            <a:ext cx="1474726" cy="9302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Montserrat" panose="00000500000000000000" pitchFamily="2" charset="0"/>
              <a:buNone/>
              <a:defRPr sz="3600" b="0" i="0" kern="1200" spc="-20" baseline="0">
                <a:solidFill>
                  <a:schemeClr val="tx1"/>
                </a:solidFill>
                <a:latin typeface="Montserrat" pitchFamily="2" charset="77"/>
                <a:ea typeface="Montserrat" panose="00000500000000000000" pitchFamily="2" charset="0"/>
                <a:cs typeface="Montserrat" panose="00000500000000000000" pitchFamily="2" charset="0"/>
              </a:defRPr>
            </a:lvl1pPr>
            <a:lvl2pPr marL="6858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Lexend Medium" pitchFamily="2" charset="77"/>
              </a:rPr>
              <a:t>76%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C54D3ACA-3A3E-0129-D73A-D9168DC4BDFF}"/>
              </a:ext>
            </a:extLst>
          </p:cNvPr>
          <p:cNvSpPr txBox="1">
            <a:spLocks/>
          </p:cNvSpPr>
          <p:nvPr/>
        </p:nvSpPr>
        <p:spPr>
          <a:xfrm>
            <a:off x="6385800" y="2844467"/>
            <a:ext cx="1474726" cy="9302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Montserrat" panose="00000500000000000000" pitchFamily="2" charset="0"/>
              <a:buNone/>
              <a:defRPr sz="3600" b="0" i="0" kern="1200" spc="-20" baseline="0">
                <a:solidFill>
                  <a:schemeClr val="tx1"/>
                </a:solidFill>
                <a:latin typeface="Montserrat" pitchFamily="2" charset="77"/>
                <a:ea typeface="Montserrat" panose="00000500000000000000" pitchFamily="2" charset="0"/>
                <a:cs typeface="Montserrat" panose="00000500000000000000" pitchFamily="2" charset="0"/>
              </a:defRPr>
            </a:lvl1pPr>
            <a:lvl2pPr marL="6858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Lexend Medium" pitchFamily="2" charset="77"/>
              </a:rPr>
              <a:t>30%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C6CDB741-9728-B813-088C-BC2DD351D1A4}"/>
              </a:ext>
            </a:extLst>
          </p:cNvPr>
          <p:cNvSpPr txBox="1">
            <a:spLocks/>
          </p:cNvSpPr>
          <p:nvPr/>
        </p:nvSpPr>
        <p:spPr>
          <a:xfrm>
            <a:off x="8971044" y="2844467"/>
            <a:ext cx="1474726" cy="9302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Montserrat" panose="00000500000000000000" pitchFamily="2" charset="0"/>
              <a:buNone/>
              <a:defRPr sz="3600" b="0" i="0" kern="1200" spc="-20" baseline="0">
                <a:solidFill>
                  <a:schemeClr val="tx1"/>
                </a:solidFill>
                <a:latin typeface="Montserrat" pitchFamily="2" charset="77"/>
                <a:ea typeface="Montserrat" panose="00000500000000000000" pitchFamily="2" charset="0"/>
                <a:cs typeface="Montserrat" panose="00000500000000000000" pitchFamily="2" charset="0"/>
              </a:defRPr>
            </a:lvl1pPr>
            <a:lvl2pPr marL="6858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2pPr>
            <a:lvl3pPr marL="11430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3pPr>
            <a:lvl4pPr marL="16002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4pPr>
            <a:lvl5pPr marL="2057400" indent="-13716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600" b="0" i="0" kern="1200" spc="-20" baseline="0">
                <a:solidFill>
                  <a:schemeClr val="bg2">
                    <a:lumMod val="50000"/>
                  </a:schemeClr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Montserrat" panose="00000500000000000000" pitchFamily="2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Lexend Medium" pitchFamily="2" charset="77"/>
              </a:rPr>
              <a:t>84%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114DD-556F-1AE2-A6D1-3AAF331782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F6FD9-9379-05DC-0457-6918F6C59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l-NL"/>
          </a:p>
        </p:txBody>
      </p:sp>
      <p:sp>
        <p:nvSpPr>
          <p:cNvPr id="31" name="Make it clear">
            <a:extLst>
              <a:ext uri="{FF2B5EF4-FFF2-40B4-BE49-F238E27FC236}">
                <a16:creationId xmlns:a16="http://schemas.microsoft.com/office/drawing/2014/main" id="{A88D4F35-EEE1-A741-553C-F1062D721AD4}"/>
              </a:ext>
            </a:extLst>
          </p:cNvPr>
          <p:cNvSpPr txBox="1"/>
          <p:nvPr/>
        </p:nvSpPr>
        <p:spPr>
          <a:xfrm>
            <a:off x="825284" y="4527961"/>
            <a:ext cx="2228270" cy="6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30000"/>
              </a:lnSpc>
              <a:defRPr sz="36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800">
                <a:latin typeface="Lexend Medium" pitchFamily="2" charset="77"/>
                <a:cs typeface="Montserrat" panose="00000500000000000000" pitchFamily="2" charset="0"/>
              </a:rPr>
              <a:t>Insert column title here</a:t>
            </a:r>
            <a:endParaRPr sz="1800">
              <a:latin typeface="Lexend Medium" pitchFamily="2" charset="77"/>
              <a:cs typeface="Montserrat" panose="00000500000000000000" pitchFamily="2" charset="0"/>
            </a:endParaRPr>
          </a:p>
        </p:txBody>
      </p:sp>
      <p:sp>
        <p:nvSpPr>
          <p:cNvPr id="32" name="Write here a few lines of text where you describe your first value">
            <a:extLst>
              <a:ext uri="{FF2B5EF4-FFF2-40B4-BE49-F238E27FC236}">
                <a16:creationId xmlns:a16="http://schemas.microsoft.com/office/drawing/2014/main" id="{EE13D016-8573-F58C-ED9A-C055DA8915CD}"/>
              </a:ext>
            </a:extLst>
          </p:cNvPr>
          <p:cNvSpPr txBox="1"/>
          <p:nvPr/>
        </p:nvSpPr>
        <p:spPr>
          <a:xfrm>
            <a:off x="825284" y="5218027"/>
            <a:ext cx="2228270" cy="698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40000"/>
              </a:lnSpc>
              <a:defRPr sz="1600"/>
            </a:lvl1pPr>
          </a:lstStyle>
          <a:p>
            <a:pPr>
              <a:lnSpc>
                <a:spcPct val="120000"/>
              </a:lnSpc>
              <a:defRPr/>
            </a:pPr>
            <a:r>
              <a:rPr sz="1200">
                <a:solidFill>
                  <a:schemeClr val="tx2"/>
                </a:solidFill>
                <a:latin typeface="Lexend Light" pitchFamily="2" charset="77"/>
              </a:rPr>
              <a:t>Write here a few lines of text where you describe your first value</a:t>
            </a:r>
            <a:endParaRPr lang="en-US" sz="1200">
              <a:solidFill>
                <a:schemeClr val="tx2"/>
              </a:solidFill>
              <a:latin typeface="Lexend Light" pitchFamily="2" charset="77"/>
            </a:endParaRPr>
          </a:p>
        </p:txBody>
      </p:sp>
      <p:sp>
        <p:nvSpPr>
          <p:cNvPr id="33" name="Make it clear">
            <a:extLst>
              <a:ext uri="{FF2B5EF4-FFF2-40B4-BE49-F238E27FC236}">
                <a16:creationId xmlns:a16="http://schemas.microsoft.com/office/drawing/2014/main" id="{01154F9A-FD8A-2D42-74EF-3E4F56D94D35}"/>
              </a:ext>
            </a:extLst>
          </p:cNvPr>
          <p:cNvSpPr txBox="1"/>
          <p:nvPr/>
        </p:nvSpPr>
        <p:spPr>
          <a:xfrm>
            <a:off x="3546450" y="4527961"/>
            <a:ext cx="2228270" cy="6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30000"/>
              </a:lnSpc>
              <a:defRPr sz="36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800">
                <a:latin typeface="Lexend Medium" pitchFamily="2" charset="77"/>
                <a:cs typeface="Montserrat" panose="00000500000000000000" pitchFamily="2" charset="0"/>
              </a:rPr>
              <a:t>Insert column title here</a:t>
            </a:r>
            <a:endParaRPr sz="1800">
              <a:latin typeface="Lexend Medium" pitchFamily="2" charset="77"/>
              <a:cs typeface="Montserrat" panose="00000500000000000000" pitchFamily="2" charset="0"/>
            </a:endParaRPr>
          </a:p>
        </p:txBody>
      </p:sp>
      <p:sp>
        <p:nvSpPr>
          <p:cNvPr id="34" name="Write here a few lines of text where you describe your first value">
            <a:extLst>
              <a:ext uri="{FF2B5EF4-FFF2-40B4-BE49-F238E27FC236}">
                <a16:creationId xmlns:a16="http://schemas.microsoft.com/office/drawing/2014/main" id="{D3889FA4-DEA0-64ED-FA61-512F400286F4}"/>
              </a:ext>
            </a:extLst>
          </p:cNvPr>
          <p:cNvSpPr txBox="1"/>
          <p:nvPr/>
        </p:nvSpPr>
        <p:spPr>
          <a:xfrm>
            <a:off x="3546450" y="5218027"/>
            <a:ext cx="2228270" cy="698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40000"/>
              </a:lnSpc>
              <a:defRPr sz="1600"/>
            </a:lvl1pPr>
          </a:lstStyle>
          <a:p>
            <a:pPr>
              <a:lnSpc>
                <a:spcPct val="120000"/>
              </a:lnSpc>
              <a:defRPr/>
            </a:pPr>
            <a:r>
              <a:rPr sz="1200">
                <a:solidFill>
                  <a:schemeClr val="tx2"/>
                </a:solidFill>
                <a:latin typeface="Lexend Light" pitchFamily="2" charset="77"/>
              </a:rPr>
              <a:t>Write here a few lines of text where you describe your first value</a:t>
            </a:r>
            <a:endParaRPr lang="en-US" sz="1200">
              <a:solidFill>
                <a:schemeClr val="tx2"/>
              </a:solidFill>
              <a:latin typeface="Lexend Light" pitchFamily="2" charset="77"/>
            </a:endParaRPr>
          </a:p>
        </p:txBody>
      </p:sp>
      <p:sp>
        <p:nvSpPr>
          <p:cNvPr id="35" name="Make it clear">
            <a:extLst>
              <a:ext uri="{FF2B5EF4-FFF2-40B4-BE49-F238E27FC236}">
                <a16:creationId xmlns:a16="http://schemas.microsoft.com/office/drawing/2014/main" id="{8C607324-13EF-A73B-68CC-E929AD817C86}"/>
              </a:ext>
            </a:extLst>
          </p:cNvPr>
          <p:cNvSpPr txBox="1"/>
          <p:nvPr/>
        </p:nvSpPr>
        <p:spPr>
          <a:xfrm>
            <a:off x="6157448" y="4527961"/>
            <a:ext cx="2228270" cy="6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30000"/>
              </a:lnSpc>
              <a:defRPr sz="36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800">
                <a:latin typeface="Lexend Medium" pitchFamily="2" charset="77"/>
                <a:cs typeface="Montserrat" panose="00000500000000000000" pitchFamily="2" charset="0"/>
              </a:rPr>
              <a:t>Insert column title here</a:t>
            </a:r>
            <a:endParaRPr sz="1800">
              <a:latin typeface="Lexend Medium" pitchFamily="2" charset="77"/>
              <a:cs typeface="Montserrat" panose="00000500000000000000" pitchFamily="2" charset="0"/>
            </a:endParaRPr>
          </a:p>
        </p:txBody>
      </p:sp>
      <p:sp>
        <p:nvSpPr>
          <p:cNvPr id="36" name="Write here a few lines of text where you describe your first value">
            <a:extLst>
              <a:ext uri="{FF2B5EF4-FFF2-40B4-BE49-F238E27FC236}">
                <a16:creationId xmlns:a16="http://schemas.microsoft.com/office/drawing/2014/main" id="{1200B51E-97ED-CFFB-0E59-4E2D047F12AC}"/>
              </a:ext>
            </a:extLst>
          </p:cNvPr>
          <p:cNvSpPr txBox="1"/>
          <p:nvPr/>
        </p:nvSpPr>
        <p:spPr>
          <a:xfrm>
            <a:off x="6157448" y="5218027"/>
            <a:ext cx="2228270" cy="698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40000"/>
              </a:lnSpc>
              <a:defRPr sz="1600"/>
            </a:lvl1pPr>
          </a:lstStyle>
          <a:p>
            <a:pPr>
              <a:lnSpc>
                <a:spcPct val="120000"/>
              </a:lnSpc>
              <a:defRPr/>
            </a:pPr>
            <a:r>
              <a:rPr sz="1200">
                <a:solidFill>
                  <a:schemeClr val="tx2"/>
                </a:solidFill>
                <a:latin typeface="Lexend Light" pitchFamily="2" charset="77"/>
              </a:rPr>
              <a:t>Write here a few lines of text where you describe your first value</a:t>
            </a:r>
            <a:endParaRPr lang="en-US" sz="1200">
              <a:solidFill>
                <a:schemeClr val="tx2"/>
              </a:solidFill>
              <a:latin typeface="Lexend Light" pitchFamily="2" charset="77"/>
            </a:endParaRPr>
          </a:p>
        </p:txBody>
      </p:sp>
      <p:sp>
        <p:nvSpPr>
          <p:cNvPr id="37" name="Make it clear">
            <a:extLst>
              <a:ext uri="{FF2B5EF4-FFF2-40B4-BE49-F238E27FC236}">
                <a16:creationId xmlns:a16="http://schemas.microsoft.com/office/drawing/2014/main" id="{0E3BB1AB-2B70-318C-8258-96EF70395D31}"/>
              </a:ext>
            </a:extLst>
          </p:cNvPr>
          <p:cNvSpPr txBox="1"/>
          <p:nvPr/>
        </p:nvSpPr>
        <p:spPr>
          <a:xfrm>
            <a:off x="8790479" y="4527961"/>
            <a:ext cx="2228270" cy="605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30000"/>
              </a:lnSpc>
              <a:defRPr sz="3600">
                <a:latin typeface="+mn-lt"/>
                <a:ea typeface="+mn-ea"/>
                <a:cs typeface="+mn-cs"/>
                <a:sym typeface="Montserrat" panose="00000500000000000000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sz="1800">
                <a:latin typeface="Lexend Medium" pitchFamily="2" charset="77"/>
                <a:cs typeface="Montserrat" panose="00000500000000000000" pitchFamily="2" charset="0"/>
              </a:rPr>
              <a:t>Insert column title here</a:t>
            </a:r>
            <a:endParaRPr sz="1800">
              <a:latin typeface="Lexend Medium" pitchFamily="2" charset="77"/>
              <a:cs typeface="Montserrat" panose="00000500000000000000" pitchFamily="2" charset="0"/>
            </a:endParaRPr>
          </a:p>
        </p:txBody>
      </p:sp>
      <p:sp>
        <p:nvSpPr>
          <p:cNvPr id="38" name="Write here a few lines of text where you describe your first value">
            <a:extLst>
              <a:ext uri="{FF2B5EF4-FFF2-40B4-BE49-F238E27FC236}">
                <a16:creationId xmlns:a16="http://schemas.microsoft.com/office/drawing/2014/main" id="{8E2F6C7B-3E04-D583-2AA5-A85028C74439}"/>
              </a:ext>
            </a:extLst>
          </p:cNvPr>
          <p:cNvSpPr txBox="1"/>
          <p:nvPr/>
        </p:nvSpPr>
        <p:spPr>
          <a:xfrm>
            <a:off x="8790479" y="5218027"/>
            <a:ext cx="2228270" cy="698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a16="http://schemas.microsoft.com/office/drawing/2014/main" xmlns:p14="http://schemas.microsoft.com/office/powerpoint/2010/main" xmlns:mc="http://schemas.openxmlformats.org/markup-compatibility/2006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393" tIns="25393" rIns="25393" bIns="25393">
            <a:spAutoFit/>
          </a:bodyPr>
          <a:lstStyle>
            <a:lvl1pPr>
              <a:lnSpc>
                <a:spcPct val="140000"/>
              </a:lnSpc>
              <a:defRPr sz="1600"/>
            </a:lvl1pPr>
          </a:lstStyle>
          <a:p>
            <a:pPr>
              <a:lnSpc>
                <a:spcPct val="120000"/>
              </a:lnSpc>
              <a:defRPr/>
            </a:pPr>
            <a:r>
              <a:rPr sz="1200">
                <a:solidFill>
                  <a:schemeClr val="tx2"/>
                </a:solidFill>
                <a:latin typeface="Lexend Light" pitchFamily="2" charset="77"/>
              </a:rPr>
              <a:t>Write here a few lines of text where you describe your first value</a:t>
            </a:r>
            <a:endParaRPr lang="en-US" sz="1200">
              <a:solidFill>
                <a:schemeClr val="tx2"/>
              </a:solidFill>
              <a:latin typeface="Lexend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45440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254</Words>
  <Application>Microsoft Office PowerPoint</Application>
  <PresentationFormat>Widescreen</PresentationFormat>
  <Paragraphs>72</Paragraphs>
  <Slides>13</Slides>
  <Notes>5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Lexend Light</vt:lpstr>
      <vt:lpstr>Lexend Medium</vt:lpstr>
      <vt:lpstr>Lexend SemiBold</vt:lpstr>
      <vt:lpstr>Office Theme</vt:lpstr>
      <vt:lpstr>Delivery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Verkuijlen,Bram A.G.M.</dc:creator>
  <cp:lastModifiedBy>Verkuijlen,Bram A.G.M.</cp:lastModifiedBy>
  <cp:revision>5</cp:revision>
  <dcterms:created xsi:type="dcterms:W3CDTF">2025-09-26T11:13:52Z</dcterms:created>
  <dcterms:modified xsi:type="dcterms:W3CDTF">2025-09-26T12:05:32Z</dcterms:modified>
</cp:coreProperties>
</file>