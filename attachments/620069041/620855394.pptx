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147474122" r:id="rId2"/>
    <p:sldId id="2147473973" r:id="rId3"/>
    <p:sldId id="2147473967" r:id="rId4"/>
    <p:sldId id="2147473704" r:id="rId5"/>
    <p:sldId id="2147473977" r:id="rId6"/>
    <p:sldId id="2147473643" r:id="rId7"/>
    <p:sldId id="2147473665" r:id="rId8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765B01-4606-40AC-93E3-AD2387E162FF}" type="datetimeFigureOut">
              <a:rPr lang="en-NL" smtClean="0"/>
              <a:t>26/09/2025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69790-A626-4BEA-BF0F-DDF08C24D8D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26670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BDF96-D5CA-4A74-A36D-818AC70E8BD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0098C-8744-4235-CCDC-D177C4E75AE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4BCB922-72D5-234C-8D93-FB6B96B41EAE}" type="datetime1">
              <a:rPr lang="en-US" smtClean="0"/>
              <a:t>9/26/2025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042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BDF96-D5CA-4A74-A36D-818AC70E8BD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82B841-6AF7-D9CC-9C5F-9B654AC0ED5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065C151D-6355-E34E-942A-73B02B2310DF}" type="datetime1">
              <a:rPr lang="en-US" smtClean="0"/>
              <a:t>9/26/2025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490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41554-0B53-2587-EC2F-D03BC964E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5E1AED-5447-3690-8F15-2D8041A8DB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34C3C-13FA-603C-F749-35A310D28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26/09/2025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178B8-648F-FA4C-7A3E-D0720E16C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233B6-EE01-4815-1E13-91C826EA0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12309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334A1-18C3-E011-4D4B-69A6BBB9C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FA1F9-CE72-7D2A-1F87-CF4C4D42D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C6940-FD8A-FEA5-02B5-E09101D23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26/09/2025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22F36-352C-2D84-1806-95F3879BF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AEC60-4E99-955A-B2BA-85F3BF48F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17059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351D8-FED3-5A3B-63C4-B4D853B37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F1D19-ED80-61C7-BA49-73B478941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FED45-C2E9-2838-8A1C-821EC4BD2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26/09/2025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AB3F6-1940-840B-C4FC-18EFBB4B2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FCE7-C650-62F9-735D-89AE925D9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87027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2264-7ABE-AF39-3DE9-C9ACEC8D2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232F8-7552-778A-F91C-277687A6B1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55F03-B3F7-AE77-C429-2C84695EA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B0272-C606-4C75-7806-3456E0B83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26/09/2025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1EC23-EFA0-1CBA-B495-AF46FF006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4F652-53D8-48B4-B3FB-BC3AE3FC1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18393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CE5C9-8281-B024-B070-C51AA08AD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2FD01-9A24-7235-6559-E3393ED64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6D6E39-237B-0619-7ED1-48C3D9A48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DF92D5-F876-7CD4-DE56-D241467AC0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C4824C-5314-FFC0-640A-0854709593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D4B77-AE2A-5236-BDD9-CE7409F42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26/09/2025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0F31DE-DBDE-EF1F-D618-D337A22F4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BC9304-AD61-986E-1F19-2FEC89B4A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30265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844C0-DD13-49D5-DE41-A4B7BB955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B61574-3574-E555-E326-42D68AF68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26/09/2025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49789B-5B46-1744-2A79-E8F62F02D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F7C447-451C-EE6A-9FC8-0A5CA801D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775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E5F718-5031-4476-3A9F-DAB92071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26/09/2025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944525-91E6-DE02-B191-A0CAC369B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A48D7-32C0-4B2F-99D3-A8903AEFF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60783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A63C-36DF-46DA-4948-252639B86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58255-08DF-5250-5A04-5DFA45D85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F4432-742C-232E-7C8E-55CE85B27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7EE2A-0FA5-47AC-E078-FBB18D7A9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26/09/2025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E770D-0E99-C4C5-FE0B-00155AA22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9A5BC-6419-DB54-94FA-F0892E55D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67996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3DCB1-C368-1F31-B1B5-AF91A0B18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9F9436-D05B-4AC7-F506-08B0175C6D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53843-BC34-FBA3-5764-5CD8625B8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C6334-7642-9DC5-7408-38A0D9407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26/09/2025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C7F8F2-FA24-8C21-5C10-413194F33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2C14B-691A-E562-9384-0BB7DC584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36583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013CB-FD04-08D5-A1CB-0DACC219E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1CD95-F3CA-1D07-A059-93549E71C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700ED-677B-9605-1539-BC6A8C49A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26/09/2025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D651B-F93F-6511-BE6D-DDBCDF52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0109B-DE6B-6542-209F-335DCEF8F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9611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CCF98C-1593-9728-4C99-4D1AEB3016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CD46B0-A071-30D0-7346-C980DE4433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05F98-5D8F-DC9C-A13C-F40922B0B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26/09/2025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BE8B3-7191-743F-3C34-BEADF07B0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39D01-FAB1-E1F6-49E4-9E2B984A2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37289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8FDD6D-50D0-DD04-BD81-0CB89C2838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489"/>
                    </a14:imgEffect>
                    <a14:imgEffect>
                      <a14:brightnessContrast bright="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4" name="gradient">
            <a:extLst>
              <a:ext uri="{FF2B5EF4-FFF2-40B4-BE49-F238E27FC236}">
                <a16:creationId xmlns:a16="http://schemas.microsoft.com/office/drawing/2014/main" id="{B5942621-F5A1-2F94-AF1C-E9D24429E812}"/>
              </a:ext>
            </a:extLst>
          </p:cNvPr>
          <p:cNvSpPr/>
          <p:nvPr userDrawn="1"/>
        </p:nvSpPr>
        <p:spPr>
          <a:xfrm rot="5400000">
            <a:off x="2666998" y="-2666999"/>
            <a:ext cx="6858002" cy="12192002"/>
          </a:xfrm>
          <a:prstGeom prst="rect">
            <a:avLst/>
          </a:prstGeom>
          <a:gradFill flip="none" rotWithShape="1">
            <a:gsLst>
              <a:gs pos="30000">
                <a:schemeClr val="accent3">
                  <a:alpha val="30886"/>
                </a:schemeClr>
              </a:gs>
              <a:gs pos="1000">
                <a:schemeClr val="accent6">
                  <a:alpha val="35158"/>
                </a:schemeClr>
              </a:gs>
              <a:gs pos="96000">
                <a:schemeClr val="accent2">
                  <a:lumMod val="10000"/>
                </a:schemeClr>
              </a:gs>
              <a:gs pos="66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exend Medium" pitchFamily="2" charset="77"/>
            </a:endParaRPr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7248F529-6E74-DEA8-F5C5-88B7D88CD9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844" y="2217051"/>
            <a:ext cx="7537529" cy="1325563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4000" b="1" i="0">
                <a:solidFill>
                  <a:schemeClr val="tx1"/>
                </a:solidFill>
                <a:latin typeface="Lexend SemiBold" pitchFamily="2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DA7EFE7C-C2D4-0E05-9369-036704ADE3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2776" y="4340374"/>
            <a:ext cx="1728788" cy="27853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lvl1pPr marL="0" indent="0">
              <a:buNone/>
              <a:defRPr lang="en-US" sz="1100" b="0" i="0" spc="0" dirty="0" smtClean="0">
                <a:solidFill>
                  <a:schemeClr val="tx1"/>
                </a:solidFill>
                <a:latin typeface="Lexend Light" pitchFamily="2" charset="77"/>
                <a:ea typeface="Lexend Light" pitchFamily="2" charset="77"/>
                <a:cs typeface="Lexend Light" pitchFamily="2" charset="77"/>
              </a:defRPr>
            </a:lvl1pPr>
            <a:lvl2pPr marL="228600" indent="0">
              <a:buNone/>
              <a:defRPr lang="en-US" sz="1100" dirty="0" smtClean="0">
                <a:solidFill>
                  <a:schemeClr val="bg1"/>
                </a:solidFill>
              </a:defRPr>
            </a:lvl2pPr>
            <a:lvl3pPr marL="685800" indent="0">
              <a:buNone/>
              <a:defRPr lang="en-US" sz="1100" dirty="0" smtClean="0">
                <a:solidFill>
                  <a:schemeClr val="bg1"/>
                </a:solidFill>
              </a:defRPr>
            </a:lvl3pPr>
            <a:lvl4pPr marL="1143000" indent="0">
              <a:buNone/>
              <a:defRPr lang="en-US" sz="1100" dirty="0" smtClean="0">
                <a:solidFill>
                  <a:schemeClr val="bg1"/>
                </a:solidFill>
              </a:defRPr>
            </a:lvl4pPr>
            <a:lvl5pPr marL="1600200" indent="0">
              <a:buNone/>
              <a:defRPr lang="en-US" sz="1100" dirty="0">
                <a:solidFill>
                  <a:schemeClr val="bg1"/>
                </a:solidFill>
              </a:defRPr>
            </a:lvl5pPr>
          </a:lstStyle>
          <a:p>
            <a:pPr marL="0" lvl="0"/>
            <a:r>
              <a:rPr lang="en-US" dirty="0"/>
              <a:t>Date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F6896D75-6287-21C1-DE94-9812524ACC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6300" y="3559635"/>
            <a:ext cx="7537529" cy="398635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1800" b="0" i="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Lexend Light" pitchFamily="2" charset="77"/>
                <a:ea typeface="Lexend Light" pitchFamily="2" charset="77"/>
                <a:cs typeface="Lexend Light" pitchFamily="2" charset="77"/>
              </a:defRPr>
            </a:lvl1pPr>
            <a:lvl2pPr marL="2286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2pPr>
            <a:lvl3pPr marL="6858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3pPr>
            <a:lvl4pPr marL="11430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4pPr>
            <a:lvl5pPr marL="1600200" indent="0">
              <a:buFontTx/>
              <a:buNone/>
              <a:defRPr lang="en-US" sz="1800" dirty="0">
                <a:solidFill>
                  <a:schemeClr val="bg1"/>
                </a:solidFill>
                <a:latin typeface="+mn-lt"/>
              </a:defRPr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F2C6EF7-FFFB-8C20-9A51-1D151028BD9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63943" y="1205724"/>
            <a:ext cx="2447669" cy="50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94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asvg="http://schemas.microsoft.com/office/drawing/2016/SVG/main"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laimer-English (United States)">
            <a:extLst>
              <a:ext uri="{FF2B5EF4-FFF2-40B4-BE49-F238E27FC236}">
                <a16:creationId xmlns:a16="http://schemas.microsoft.com/office/drawing/2014/main" id="{D5D0D6BE-02E5-E18B-FDCC-7D631EC2BB0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tx1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tx1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653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asvg="http://schemas.microsoft.com/office/drawing/2016/SVG/main"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|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laimer-English (United States)">
            <a:extLst>
              <a:ext uri="{FF2B5EF4-FFF2-40B4-BE49-F238E27FC236}">
                <a16:creationId xmlns:a16="http://schemas.microsoft.com/office/drawing/2014/main" id="{D5D0D6BE-02E5-E18B-FDCC-7D631EC2BB0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tx1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tx1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48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asvg="http://schemas.microsoft.com/office/drawing/2016/SVG/main"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 |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sclaimer-English (United States)">
            <a:extLst>
              <a:ext uri="{FF2B5EF4-FFF2-40B4-BE49-F238E27FC236}">
                <a16:creationId xmlns:a16="http://schemas.microsoft.com/office/drawing/2014/main" id="{C2CCECB1-C0FC-53E3-D16A-F1D39ABD912E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tx1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tx1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EF81821-C345-2C91-7E03-C69661B1EB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6302" y="989868"/>
            <a:ext cx="10515598" cy="388931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Lexend Medium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en-FI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E13F8D0-B5D6-74E4-D0A6-6A5CA0ADE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389412"/>
            <a:ext cx="10515600" cy="600456"/>
          </a:xfrm>
          <a:prstGeom prst="rect">
            <a:avLst/>
          </a:prstGeom>
        </p:spPr>
        <p:txBody>
          <a:bodyPr lIns="0" rIns="0" anchor="ctr" anchorCtr="0"/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0279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asvg="http://schemas.microsoft.com/office/drawing/2016/SVG/main" xmlns:p15="http://schemas.microsoft.com/office/powerpoint/2012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000FFB-C85D-0240-E82C-FBF6F7028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B7336-8C8B-FE75-C8ED-AEFE2029F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FA4D9-F9D1-485D-3C29-40DE3F5A2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F4134D-7E15-407A-8435-7184106C40D7}" type="datetimeFigureOut">
              <a:rPr lang="en-NL" smtClean="0"/>
              <a:t>26/09/2025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6FEB3-0E0A-E0E1-BACE-51F9FC674A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F0D5F-418A-6B19-9342-CA77A0AEA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68556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10" Type="http://schemas.openxmlformats.org/officeDocument/2006/relationships/image" Target="../media/image15.jpe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E76F348A-138C-87BC-2E3E-0C50CB90862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274826" cy="6988635"/>
          </a:xfrm>
          <a:prstGeom prst="rect">
            <a:avLst/>
          </a:prstGeom>
        </p:spPr>
      </p:pic>
      <p:sp>
        <p:nvSpPr>
          <p:cNvPr id="4" name="gradient">
            <a:extLst>
              <a:ext uri="{FF2B5EF4-FFF2-40B4-BE49-F238E27FC236}">
                <a16:creationId xmlns:a16="http://schemas.microsoft.com/office/drawing/2014/main" id="{F81036C9-E1AE-2F2F-7469-9835BE141B56}"/>
              </a:ext>
            </a:extLst>
          </p:cNvPr>
          <p:cNvSpPr/>
          <p:nvPr/>
        </p:nvSpPr>
        <p:spPr>
          <a:xfrm rot="5400000">
            <a:off x="2643094" y="-2643096"/>
            <a:ext cx="6988637" cy="12274828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7000"/>
                  <a:lumMod val="100000"/>
                </a:schemeClr>
              </a:gs>
              <a:gs pos="30000">
                <a:schemeClr val="accent3">
                  <a:alpha val="30886"/>
                </a:schemeClr>
              </a:gs>
              <a:gs pos="18000">
                <a:schemeClr val="accent6">
                  <a:alpha val="35158"/>
                </a:schemeClr>
              </a:gs>
              <a:gs pos="96000">
                <a:schemeClr val="accent2">
                  <a:lumMod val="10000"/>
                </a:schemeClr>
              </a:gs>
              <a:gs pos="66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exend Medium" pitchFamily="2" charset="77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1572081-E3DE-1020-ED2B-B2946CDD2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a Short Title</a:t>
            </a:r>
            <a:endParaRPr lang="nl-NL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4D13F511-BB32-EC86-66CF-09940B7F16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946AB5A1-4E69-374C-950B-D8E800E72D97}" type="datetime4">
              <a:rPr lang="nl-BE" smtClean="0"/>
              <a:t>26 september 2025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C3FDB5-B354-7D5B-77FD-C889D9F456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Optional subtitle space</a:t>
            </a:r>
          </a:p>
        </p:txBody>
      </p:sp>
      <p:pic>
        <p:nvPicPr>
          <p:cNvPr id="3" name="Graphic 4">
            <a:extLst>
              <a:ext uri="{FF2B5EF4-FFF2-40B4-BE49-F238E27FC236}">
                <a16:creationId xmlns:a16="http://schemas.microsoft.com/office/drawing/2014/main" id="{7942D829-241E-9F52-802D-A26A37AFC3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6300" y="1438820"/>
            <a:ext cx="2422254" cy="68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145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F39572C-F98C-9867-7BC9-EF1BE9954090}"/>
              </a:ext>
            </a:extLst>
          </p:cNvPr>
          <p:cNvGrpSpPr/>
          <p:nvPr/>
        </p:nvGrpSpPr>
        <p:grpSpPr>
          <a:xfrm>
            <a:off x="6928104" y="1989890"/>
            <a:ext cx="5101611" cy="342003"/>
            <a:chOff x="838200" y="1931131"/>
            <a:chExt cx="5101611" cy="342003"/>
          </a:xfrm>
        </p:grpSpPr>
        <p:sp>
          <p:nvSpPr>
            <p:cNvPr id="4" name="Executive summary">
              <a:extLst>
                <a:ext uri="{FF2B5EF4-FFF2-40B4-BE49-F238E27FC236}">
                  <a16:creationId xmlns:a16="http://schemas.microsoft.com/office/drawing/2014/main" id="{59452445-6A86-2EB8-DBF9-7A64B3B4CA5C}"/>
                </a:ext>
              </a:extLst>
            </p:cNvPr>
            <p:cNvSpPr txBox="1"/>
            <p:nvPr/>
          </p:nvSpPr>
          <p:spPr>
            <a:xfrm>
              <a:off x="1273776" y="1931131"/>
              <a:ext cx="4666035" cy="34200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xmlns="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>
                <a:defRPr/>
              </a:pPr>
              <a:r>
                <a:rPr lang="en-US" sz="1600">
                  <a:latin typeface="Lexend Medium" pitchFamily="2" charset="77"/>
                  <a:cs typeface="Montserrat" panose="00000500000000000000" pitchFamily="2" charset="0"/>
                </a:rPr>
                <a:t>Introductions</a:t>
              </a:r>
              <a:endParaRPr sz="1600">
                <a:latin typeface="Lexend Medium" pitchFamily="2" charset="77"/>
                <a:cs typeface="Montserrat" panose="00000500000000000000" pitchFamily="2" charset="0"/>
              </a:endParaRPr>
            </a:p>
          </p:txBody>
        </p:sp>
        <p:sp>
          <p:nvSpPr>
            <p:cNvPr id="5" name="01">
              <a:extLst>
                <a:ext uri="{FF2B5EF4-FFF2-40B4-BE49-F238E27FC236}">
                  <a16:creationId xmlns:a16="http://schemas.microsoft.com/office/drawing/2014/main" id="{E44C57EC-D238-7C2F-A47F-3A7C88A6FD25}"/>
                </a:ext>
              </a:extLst>
            </p:cNvPr>
            <p:cNvSpPr txBox="1"/>
            <p:nvPr/>
          </p:nvSpPr>
          <p:spPr>
            <a:xfrm>
              <a:off x="838200" y="2006408"/>
              <a:ext cx="378441" cy="2667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xmlns="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>
                <a:defRPr/>
              </a:pPr>
              <a:r>
                <a:rPr sz="1400">
                  <a:solidFill>
                    <a:schemeClr val="accent1"/>
                  </a:solidFill>
                  <a:latin typeface="Lexend Medium" pitchFamily="2" charset="77"/>
                </a:rPr>
                <a:t>01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66DE157-14B0-D782-CA3A-D0205501F9E6}"/>
              </a:ext>
            </a:extLst>
          </p:cNvPr>
          <p:cNvGrpSpPr/>
          <p:nvPr/>
        </p:nvGrpSpPr>
        <p:grpSpPr>
          <a:xfrm>
            <a:off x="6928104" y="2569753"/>
            <a:ext cx="5101611" cy="342003"/>
            <a:chOff x="838200" y="1931131"/>
            <a:chExt cx="5101611" cy="342003"/>
          </a:xfrm>
        </p:grpSpPr>
        <p:sp>
          <p:nvSpPr>
            <p:cNvPr id="24" name="Executive summary">
              <a:extLst>
                <a:ext uri="{FF2B5EF4-FFF2-40B4-BE49-F238E27FC236}">
                  <a16:creationId xmlns:a16="http://schemas.microsoft.com/office/drawing/2014/main" id="{DCFDCC29-6515-BC76-6228-D8FC1EC288F4}"/>
                </a:ext>
              </a:extLst>
            </p:cNvPr>
            <p:cNvSpPr txBox="1"/>
            <p:nvPr/>
          </p:nvSpPr>
          <p:spPr>
            <a:xfrm>
              <a:off x="1273776" y="1931131"/>
              <a:ext cx="4666035" cy="34200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xmlns="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>
                <a:defRPr/>
              </a:pPr>
              <a:r>
                <a:rPr lang="en-US" sz="1600">
                  <a:latin typeface="Lexend Medium" pitchFamily="2" charset="77"/>
                  <a:cs typeface="Montserrat" panose="00000500000000000000" pitchFamily="2" charset="0"/>
                </a:rPr>
                <a:t>Agenda list item</a:t>
              </a:r>
              <a:endParaRPr sz="1600">
                <a:latin typeface="Lexend Medium" pitchFamily="2" charset="77"/>
                <a:cs typeface="Montserrat" panose="00000500000000000000" pitchFamily="2" charset="0"/>
              </a:endParaRPr>
            </a:p>
          </p:txBody>
        </p:sp>
        <p:sp>
          <p:nvSpPr>
            <p:cNvPr id="25" name="01">
              <a:extLst>
                <a:ext uri="{FF2B5EF4-FFF2-40B4-BE49-F238E27FC236}">
                  <a16:creationId xmlns:a16="http://schemas.microsoft.com/office/drawing/2014/main" id="{E5DE833A-B7DC-DE50-22E6-EFE87951E658}"/>
                </a:ext>
              </a:extLst>
            </p:cNvPr>
            <p:cNvSpPr txBox="1"/>
            <p:nvPr/>
          </p:nvSpPr>
          <p:spPr>
            <a:xfrm>
              <a:off x="838200" y="2006408"/>
              <a:ext cx="378441" cy="2667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xmlns="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>
                <a:defRPr/>
              </a:pPr>
              <a:r>
                <a:rPr lang="en-US" sz="1400">
                  <a:solidFill>
                    <a:schemeClr val="accent1"/>
                  </a:solidFill>
                  <a:latin typeface="Lexend Medium" pitchFamily="2" charset="77"/>
                </a:rPr>
                <a:t>02</a:t>
              </a:r>
              <a:endParaRPr sz="1400">
                <a:solidFill>
                  <a:schemeClr val="accent1"/>
                </a:solidFill>
                <a:latin typeface="Lexend Medium" pitchFamily="2" charset="77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CA96BDE-3ADF-9A00-2C01-6F666A2DB399}"/>
              </a:ext>
            </a:extLst>
          </p:cNvPr>
          <p:cNvGrpSpPr/>
          <p:nvPr/>
        </p:nvGrpSpPr>
        <p:grpSpPr>
          <a:xfrm>
            <a:off x="6928104" y="3194221"/>
            <a:ext cx="5101611" cy="342003"/>
            <a:chOff x="838200" y="1931131"/>
            <a:chExt cx="5101611" cy="342003"/>
          </a:xfrm>
        </p:grpSpPr>
        <p:sp>
          <p:nvSpPr>
            <p:cNvPr id="27" name="Executive summary">
              <a:extLst>
                <a:ext uri="{FF2B5EF4-FFF2-40B4-BE49-F238E27FC236}">
                  <a16:creationId xmlns:a16="http://schemas.microsoft.com/office/drawing/2014/main" id="{F129838E-9027-6B36-6F5B-E899F1A29F7D}"/>
                </a:ext>
              </a:extLst>
            </p:cNvPr>
            <p:cNvSpPr txBox="1"/>
            <p:nvPr/>
          </p:nvSpPr>
          <p:spPr>
            <a:xfrm>
              <a:off x="1273776" y="1931131"/>
              <a:ext cx="4666035" cy="34200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xmlns="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>
                <a:defRPr/>
              </a:pPr>
              <a:r>
                <a:rPr lang="en-US" sz="1600">
                  <a:latin typeface="Lexend Medium" pitchFamily="2" charset="77"/>
                  <a:cs typeface="Montserrat" panose="00000500000000000000" pitchFamily="2" charset="0"/>
                </a:rPr>
                <a:t>Agenda list item</a:t>
              </a:r>
            </a:p>
          </p:txBody>
        </p:sp>
        <p:sp>
          <p:nvSpPr>
            <p:cNvPr id="28" name="01">
              <a:extLst>
                <a:ext uri="{FF2B5EF4-FFF2-40B4-BE49-F238E27FC236}">
                  <a16:creationId xmlns:a16="http://schemas.microsoft.com/office/drawing/2014/main" id="{512C6DBA-BF04-7382-46D1-3457511A4906}"/>
                </a:ext>
              </a:extLst>
            </p:cNvPr>
            <p:cNvSpPr txBox="1"/>
            <p:nvPr/>
          </p:nvSpPr>
          <p:spPr>
            <a:xfrm>
              <a:off x="838200" y="2006408"/>
              <a:ext cx="378441" cy="2667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xmlns="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>
                <a:defRPr/>
              </a:pPr>
              <a:r>
                <a:rPr lang="en-US" sz="1400">
                  <a:solidFill>
                    <a:schemeClr val="accent1"/>
                  </a:solidFill>
                  <a:latin typeface="Lexend Medium" pitchFamily="2" charset="77"/>
                </a:rPr>
                <a:t>03</a:t>
              </a:r>
              <a:endParaRPr sz="1400">
                <a:solidFill>
                  <a:schemeClr val="accent1"/>
                </a:solidFill>
                <a:latin typeface="Lexend Medium" pitchFamily="2" charset="77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9BF9071-5BB5-A3F2-F1BA-1C98F7C10458}"/>
              </a:ext>
            </a:extLst>
          </p:cNvPr>
          <p:cNvGrpSpPr/>
          <p:nvPr/>
        </p:nvGrpSpPr>
        <p:grpSpPr>
          <a:xfrm>
            <a:off x="6928104" y="3785236"/>
            <a:ext cx="5101611" cy="342003"/>
            <a:chOff x="838200" y="1931131"/>
            <a:chExt cx="5101611" cy="342003"/>
          </a:xfrm>
        </p:grpSpPr>
        <p:sp>
          <p:nvSpPr>
            <p:cNvPr id="30" name="Executive summary">
              <a:extLst>
                <a:ext uri="{FF2B5EF4-FFF2-40B4-BE49-F238E27FC236}">
                  <a16:creationId xmlns:a16="http://schemas.microsoft.com/office/drawing/2014/main" id="{EA66D309-FAED-4A92-E2F7-91F12F4CAA9E}"/>
                </a:ext>
              </a:extLst>
            </p:cNvPr>
            <p:cNvSpPr txBox="1"/>
            <p:nvPr/>
          </p:nvSpPr>
          <p:spPr>
            <a:xfrm>
              <a:off x="1273776" y="1931131"/>
              <a:ext cx="4666035" cy="34200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xmlns="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>
                <a:defRPr/>
              </a:pPr>
              <a:r>
                <a:rPr lang="en-US" sz="1600">
                  <a:latin typeface="Lexend Medium" pitchFamily="2" charset="77"/>
                  <a:cs typeface="Montserrat" panose="00000500000000000000" pitchFamily="2" charset="0"/>
                </a:rPr>
                <a:t>Agenda list item</a:t>
              </a:r>
            </a:p>
          </p:txBody>
        </p:sp>
        <p:sp>
          <p:nvSpPr>
            <p:cNvPr id="31" name="01">
              <a:extLst>
                <a:ext uri="{FF2B5EF4-FFF2-40B4-BE49-F238E27FC236}">
                  <a16:creationId xmlns:a16="http://schemas.microsoft.com/office/drawing/2014/main" id="{7D4C6E1A-99DF-F94F-A1CD-07616149A093}"/>
                </a:ext>
              </a:extLst>
            </p:cNvPr>
            <p:cNvSpPr txBox="1"/>
            <p:nvPr/>
          </p:nvSpPr>
          <p:spPr>
            <a:xfrm>
              <a:off x="838200" y="2006408"/>
              <a:ext cx="378441" cy="2667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xmlns="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>
                <a:defRPr/>
              </a:pPr>
              <a:r>
                <a:rPr lang="en-US" sz="1400">
                  <a:solidFill>
                    <a:schemeClr val="accent1"/>
                  </a:solidFill>
                  <a:latin typeface="Lexend Medium" pitchFamily="2" charset="77"/>
                </a:rPr>
                <a:t>04</a:t>
              </a:r>
              <a:endParaRPr sz="1400">
                <a:solidFill>
                  <a:schemeClr val="accent1"/>
                </a:solidFill>
                <a:latin typeface="Lexend Medium" pitchFamily="2" charset="77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30DB75C-A480-2C2B-9425-84CD77DAB6E1}"/>
              </a:ext>
            </a:extLst>
          </p:cNvPr>
          <p:cNvGrpSpPr/>
          <p:nvPr/>
        </p:nvGrpSpPr>
        <p:grpSpPr>
          <a:xfrm>
            <a:off x="6928104" y="4365099"/>
            <a:ext cx="5101611" cy="342003"/>
            <a:chOff x="838200" y="1931131"/>
            <a:chExt cx="5101611" cy="342003"/>
          </a:xfrm>
        </p:grpSpPr>
        <p:sp>
          <p:nvSpPr>
            <p:cNvPr id="33" name="Executive summary">
              <a:extLst>
                <a:ext uri="{FF2B5EF4-FFF2-40B4-BE49-F238E27FC236}">
                  <a16:creationId xmlns:a16="http://schemas.microsoft.com/office/drawing/2014/main" id="{E58F1C00-CAAA-30A2-9A13-C32A025DF428}"/>
                </a:ext>
              </a:extLst>
            </p:cNvPr>
            <p:cNvSpPr txBox="1"/>
            <p:nvPr/>
          </p:nvSpPr>
          <p:spPr>
            <a:xfrm>
              <a:off x="1273776" y="1931131"/>
              <a:ext cx="4666035" cy="34200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xmlns="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>
                <a:defRPr/>
              </a:pPr>
              <a:r>
                <a:rPr lang="en-US" sz="1600">
                  <a:latin typeface="Lexend Medium" pitchFamily="2" charset="77"/>
                  <a:cs typeface="Montserrat" panose="00000500000000000000" pitchFamily="2" charset="0"/>
                </a:rPr>
                <a:t>Agenda list item</a:t>
              </a:r>
            </a:p>
          </p:txBody>
        </p:sp>
        <p:sp>
          <p:nvSpPr>
            <p:cNvPr id="34" name="01">
              <a:extLst>
                <a:ext uri="{FF2B5EF4-FFF2-40B4-BE49-F238E27FC236}">
                  <a16:creationId xmlns:a16="http://schemas.microsoft.com/office/drawing/2014/main" id="{F374C842-D6CD-CABD-199D-CA237CC9AB8C}"/>
                </a:ext>
              </a:extLst>
            </p:cNvPr>
            <p:cNvSpPr txBox="1"/>
            <p:nvPr/>
          </p:nvSpPr>
          <p:spPr>
            <a:xfrm>
              <a:off x="838200" y="2006408"/>
              <a:ext cx="378441" cy="2667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xmlns="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>
                <a:defRPr/>
              </a:pPr>
              <a:r>
                <a:rPr lang="en-US" sz="1400">
                  <a:solidFill>
                    <a:schemeClr val="accent1"/>
                  </a:solidFill>
                  <a:latin typeface="Lexend Medium" pitchFamily="2" charset="77"/>
                </a:rPr>
                <a:t>05</a:t>
              </a:r>
              <a:endParaRPr sz="1400">
                <a:solidFill>
                  <a:schemeClr val="accent1"/>
                </a:solidFill>
                <a:latin typeface="Lexend Medium" pitchFamily="2" charset="77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F158AD3-C7CB-D36E-AC43-E78FF7DE4BED}"/>
              </a:ext>
            </a:extLst>
          </p:cNvPr>
          <p:cNvGrpSpPr/>
          <p:nvPr/>
        </p:nvGrpSpPr>
        <p:grpSpPr>
          <a:xfrm>
            <a:off x="6928104" y="4989568"/>
            <a:ext cx="5101611" cy="342003"/>
            <a:chOff x="838200" y="1931131"/>
            <a:chExt cx="5101611" cy="342003"/>
          </a:xfrm>
        </p:grpSpPr>
        <p:sp>
          <p:nvSpPr>
            <p:cNvPr id="36" name="Executive summary">
              <a:extLst>
                <a:ext uri="{FF2B5EF4-FFF2-40B4-BE49-F238E27FC236}">
                  <a16:creationId xmlns:a16="http://schemas.microsoft.com/office/drawing/2014/main" id="{9ED9E0DE-9D5F-DBFF-A192-A61F1CF4B6C4}"/>
                </a:ext>
              </a:extLst>
            </p:cNvPr>
            <p:cNvSpPr txBox="1"/>
            <p:nvPr/>
          </p:nvSpPr>
          <p:spPr>
            <a:xfrm>
              <a:off x="1273776" y="1931131"/>
              <a:ext cx="4666035" cy="34200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xmlns="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>
                <a:defRPr/>
              </a:pPr>
              <a:r>
                <a:rPr lang="en-US" sz="1600">
                  <a:latin typeface="Lexend Medium" pitchFamily="2" charset="77"/>
                  <a:cs typeface="Montserrat" panose="00000500000000000000" pitchFamily="2" charset="0"/>
                </a:rPr>
                <a:t>Questions</a:t>
              </a:r>
              <a:endParaRPr sz="1600">
                <a:latin typeface="Lexend Medium" pitchFamily="2" charset="77"/>
                <a:cs typeface="Montserrat" panose="00000500000000000000" pitchFamily="2" charset="0"/>
              </a:endParaRPr>
            </a:p>
          </p:txBody>
        </p:sp>
        <p:sp>
          <p:nvSpPr>
            <p:cNvPr id="37" name="01">
              <a:extLst>
                <a:ext uri="{FF2B5EF4-FFF2-40B4-BE49-F238E27FC236}">
                  <a16:creationId xmlns:a16="http://schemas.microsoft.com/office/drawing/2014/main" id="{CB56494F-E31C-5E3E-5D83-74FB6D73DA72}"/>
                </a:ext>
              </a:extLst>
            </p:cNvPr>
            <p:cNvSpPr txBox="1"/>
            <p:nvPr/>
          </p:nvSpPr>
          <p:spPr>
            <a:xfrm>
              <a:off x="838200" y="2006408"/>
              <a:ext cx="378441" cy="2667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xmlns="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>
                <a:defRPr/>
              </a:pPr>
              <a:r>
                <a:rPr lang="en-US" sz="1400">
                  <a:solidFill>
                    <a:schemeClr val="accent1"/>
                  </a:solidFill>
                  <a:latin typeface="Lexend Medium" pitchFamily="2" charset="77"/>
                </a:rPr>
                <a:t>06</a:t>
              </a:r>
              <a:endParaRPr sz="1400">
                <a:solidFill>
                  <a:schemeClr val="accent1"/>
                </a:solidFill>
                <a:latin typeface="Lexend Medium" pitchFamily="2" charset="77"/>
              </a:endParaRPr>
            </a:p>
          </p:txBody>
        </p:sp>
      </p:grpSp>
      <p:pic>
        <p:nvPicPr>
          <p:cNvPr id="6" name="Picture Placeholder 3">
            <a:extLst>
              <a:ext uri="{FF2B5EF4-FFF2-40B4-BE49-F238E27FC236}">
                <a16:creationId xmlns:a16="http://schemas.microsoft.com/office/drawing/2014/main" id="{FC8988D8-BAE9-7EE9-4276-69513CD08E1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5713512" cy="6857999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7" name="gradient">
            <a:extLst>
              <a:ext uri="{FF2B5EF4-FFF2-40B4-BE49-F238E27FC236}">
                <a16:creationId xmlns:a16="http://schemas.microsoft.com/office/drawing/2014/main" id="{C97E0B6B-6D60-631E-608A-2DEDAF99B5A5}"/>
              </a:ext>
            </a:extLst>
          </p:cNvPr>
          <p:cNvSpPr/>
          <p:nvPr/>
        </p:nvSpPr>
        <p:spPr>
          <a:xfrm rot="5400000">
            <a:off x="-572245" y="572242"/>
            <a:ext cx="6858000" cy="5713514"/>
          </a:xfrm>
          <a:prstGeom prst="rect">
            <a:avLst/>
          </a:prstGeom>
          <a:gradFill flip="none" rotWithShape="1">
            <a:gsLst>
              <a:gs pos="34000">
                <a:schemeClr val="bg1">
                  <a:alpha val="0"/>
                </a:schemeClr>
              </a:gs>
              <a:gs pos="98000">
                <a:schemeClr val="accent1"/>
              </a:gs>
              <a:gs pos="83000">
                <a:schemeClr val="accent1">
                  <a:alpha val="9525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exend Medium" pitchFamily="2" charset="77"/>
            </a:endParaRPr>
          </a:p>
        </p:txBody>
      </p:sp>
      <p:sp>
        <p:nvSpPr>
          <p:cNvPr id="11" name="Title 19">
            <a:extLst>
              <a:ext uri="{FF2B5EF4-FFF2-40B4-BE49-F238E27FC236}">
                <a16:creationId xmlns:a16="http://schemas.microsoft.com/office/drawing/2014/main" id="{4711FA0F-3828-BB5E-4D22-BAF1CD7A2CD4}"/>
              </a:ext>
            </a:extLst>
          </p:cNvPr>
          <p:cNvSpPr txBox="1">
            <a:spLocks/>
          </p:cNvSpPr>
          <p:nvPr/>
        </p:nvSpPr>
        <p:spPr>
          <a:xfrm>
            <a:off x="838200" y="2639204"/>
            <a:ext cx="4355592" cy="157959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spc="-50" baseline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  <a:latin typeface="Lexend Medium" pitchFamily="2" charset="77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042277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ircle">
            <a:extLst>
              <a:ext uri="{FF2B5EF4-FFF2-40B4-BE49-F238E27FC236}">
                <a16:creationId xmlns:a16="http://schemas.microsoft.com/office/drawing/2014/main" id="{02027690-E5CD-7466-7C34-AA6BD78E3CD0}"/>
              </a:ext>
            </a:extLst>
          </p:cNvPr>
          <p:cNvSpPr/>
          <p:nvPr/>
        </p:nvSpPr>
        <p:spPr>
          <a:xfrm>
            <a:off x="2827340" y="2557148"/>
            <a:ext cx="634835" cy="634835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600" dirty="0">
              <a:solidFill>
                <a:srgbClr val="FFFFFF"/>
              </a:solidFill>
              <a:latin typeface="Lexend SemiBold" pitchFamily="2" charset="77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11" name="Circle">
            <a:extLst>
              <a:ext uri="{FF2B5EF4-FFF2-40B4-BE49-F238E27FC236}">
                <a16:creationId xmlns:a16="http://schemas.microsoft.com/office/drawing/2014/main" id="{73D90A18-70DA-800F-DAB5-93394755B931}"/>
              </a:ext>
            </a:extLst>
          </p:cNvPr>
          <p:cNvSpPr/>
          <p:nvPr/>
        </p:nvSpPr>
        <p:spPr>
          <a:xfrm>
            <a:off x="2827340" y="4525135"/>
            <a:ext cx="634835" cy="634835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600" dirty="0">
              <a:solidFill>
                <a:srgbClr val="FFFFFF"/>
              </a:solidFill>
              <a:latin typeface="Lexend SemiBold" pitchFamily="2" charset="77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5AECB0B-FBD2-55D6-FD90-5AC601E71429}"/>
              </a:ext>
            </a:extLst>
          </p:cNvPr>
          <p:cNvGrpSpPr/>
          <p:nvPr/>
        </p:nvGrpSpPr>
        <p:grpSpPr>
          <a:xfrm>
            <a:off x="3652625" y="2499485"/>
            <a:ext cx="3426270" cy="1578147"/>
            <a:chOff x="1460119" y="1593800"/>
            <a:chExt cx="3426270" cy="1578147"/>
          </a:xfrm>
        </p:grpSpPr>
        <p:sp>
          <p:nvSpPr>
            <p:cNvPr id="4" name="We are professionals in our field, who have…">
              <a:extLst>
                <a:ext uri="{FF2B5EF4-FFF2-40B4-BE49-F238E27FC236}">
                  <a16:creationId xmlns:a16="http://schemas.microsoft.com/office/drawing/2014/main" id="{60A1641A-D2DE-7703-6DFB-FF791C4BF760}"/>
                </a:ext>
              </a:extLst>
            </p:cNvPr>
            <p:cNvSpPr txBox="1"/>
            <p:nvPr/>
          </p:nvSpPr>
          <p:spPr>
            <a:xfrm>
              <a:off x="1460119" y="1850189"/>
              <a:ext cx="3128320" cy="13217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393" tIns="25393" rIns="25393" bIns="25393" anchor="t">
              <a:spAutoFit/>
            </a:bodyPr>
            <a:lstStyle/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000">
                  <a:latin typeface="Lexend Medium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Display Item.</a:t>
              </a:r>
            </a:p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000">
                  <a:latin typeface="Lexend Medium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Display Item.</a:t>
              </a:r>
            </a:p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000">
                  <a:latin typeface="Lexend Medium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Display Item.</a:t>
              </a:r>
            </a:p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000">
                  <a:latin typeface="Lexend Medium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Display Item.</a:t>
              </a:r>
            </a:p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000">
                  <a:latin typeface="Lexend Medium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Display Item.</a:t>
              </a:r>
            </a:p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000">
                  <a:latin typeface="Lexend Medium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Display Item.</a:t>
              </a:r>
            </a:p>
          </p:txBody>
        </p:sp>
        <p:sp>
          <p:nvSpPr>
            <p:cNvPr id="20" name="We are professionals in our field, who have…">
              <a:extLst>
                <a:ext uri="{FF2B5EF4-FFF2-40B4-BE49-F238E27FC236}">
                  <a16:creationId xmlns:a16="http://schemas.microsoft.com/office/drawing/2014/main" id="{A350409B-CC1C-B568-D985-D289926DE279}"/>
                </a:ext>
              </a:extLst>
            </p:cNvPr>
            <p:cNvSpPr txBox="1"/>
            <p:nvPr/>
          </p:nvSpPr>
          <p:spPr>
            <a:xfrm>
              <a:off x="1460119" y="1593800"/>
              <a:ext cx="3426270" cy="28320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393" tIns="25393" rIns="25393" bIns="25393" anchor="b">
              <a:spAutoFit/>
            </a:bodyPr>
            <a:lstStyle/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200">
                  <a:latin typeface="Lexend SemiBold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Replace this placeholder text.</a:t>
              </a:r>
              <a:endParaRPr sz="1200">
                <a:latin typeface="Lexend SemiBold" pitchFamily="2" charset="77"/>
                <a:cs typeface="Montserrat" panose="00000500000000000000" pitchFamily="2" charset="0"/>
                <a:sym typeface="Montserrat" panose="00000500000000000000" pitchFamily="2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0F4CC72-78FC-9079-9055-1F1B1C1FE252}"/>
              </a:ext>
            </a:extLst>
          </p:cNvPr>
          <p:cNvGrpSpPr/>
          <p:nvPr/>
        </p:nvGrpSpPr>
        <p:grpSpPr>
          <a:xfrm>
            <a:off x="3652625" y="4484640"/>
            <a:ext cx="3999458" cy="1578147"/>
            <a:chOff x="1460119" y="1593800"/>
            <a:chExt cx="3999458" cy="1578147"/>
          </a:xfrm>
        </p:grpSpPr>
        <p:sp>
          <p:nvSpPr>
            <p:cNvPr id="26" name="We are professionals in our field, who have…">
              <a:extLst>
                <a:ext uri="{FF2B5EF4-FFF2-40B4-BE49-F238E27FC236}">
                  <a16:creationId xmlns:a16="http://schemas.microsoft.com/office/drawing/2014/main" id="{9E81609E-2B84-93D8-D56F-6AC4E03CE025}"/>
                </a:ext>
              </a:extLst>
            </p:cNvPr>
            <p:cNvSpPr txBox="1"/>
            <p:nvPr/>
          </p:nvSpPr>
          <p:spPr>
            <a:xfrm>
              <a:off x="1460119" y="1850189"/>
              <a:ext cx="3999458" cy="13217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25393" tIns="25393" rIns="25393" bIns="25393" anchor="t">
              <a:spAutoFit/>
            </a:bodyPr>
            <a:lstStyle/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000">
                  <a:latin typeface="Lexend Medium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Display Item.</a:t>
              </a:r>
            </a:p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000">
                  <a:latin typeface="Lexend Medium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Display Item.</a:t>
              </a:r>
            </a:p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000">
                  <a:latin typeface="Lexend Medium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Display Item.</a:t>
              </a:r>
            </a:p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000">
                  <a:latin typeface="Lexend Medium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Display Item.</a:t>
              </a:r>
            </a:p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000">
                  <a:latin typeface="Lexend Medium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Display Item.</a:t>
              </a:r>
            </a:p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000">
                  <a:latin typeface="Lexend Medium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Display Item.</a:t>
              </a:r>
              <a:endParaRPr sz="1000">
                <a:latin typeface="Lexend Medium" pitchFamily="2" charset="77"/>
                <a:cs typeface="Montserrat" panose="00000500000000000000" pitchFamily="2" charset="0"/>
                <a:sym typeface="Montserrat" panose="00000500000000000000" pitchFamily="2" charset="0"/>
              </a:endParaRPr>
            </a:p>
          </p:txBody>
        </p:sp>
        <p:sp>
          <p:nvSpPr>
            <p:cNvPr id="27" name="We are professionals in our field, who have…">
              <a:extLst>
                <a:ext uri="{FF2B5EF4-FFF2-40B4-BE49-F238E27FC236}">
                  <a16:creationId xmlns:a16="http://schemas.microsoft.com/office/drawing/2014/main" id="{59EB6828-C9DA-E4DF-4A0D-4ECD2C5177BA}"/>
                </a:ext>
              </a:extLst>
            </p:cNvPr>
            <p:cNvSpPr txBox="1"/>
            <p:nvPr/>
          </p:nvSpPr>
          <p:spPr>
            <a:xfrm>
              <a:off x="1460119" y="1593800"/>
              <a:ext cx="3999458" cy="28320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25393" tIns="25393" rIns="25393" bIns="25393" anchor="b">
              <a:spAutoFit/>
            </a:bodyPr>
            <a:lstStyle/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200">
                  <a:latin typeface="Lexend SemiBold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Replace this placeholder text.</a:t>
              </a:r>
              <a:endParaRPr sz="1200">
                <a:latin typeface="Lexend SemiBold" pitchFamily="2" charset="77"/>
                <a:cs typeface="Montserrat" panose="00000500000000000000" pitchFamily="2" charset="0"/>
                <a:sym typeface="Montserrat" panose="00000500000000000000" pitchFamily="2" charset="0"/>
              </a:endParaRPr>
            </a:p>
          </p:txBody>
        </p:sp>
      </p:grpSp>
      <p:sp>
        <p:nvSpPr>
          <p:cNvPr id="7" name="Circle">
            <a:extLst>
              <a:ext uri="{FF2B5EF4-FFF2-40B4-BE49-F238E27FC236}">
                <a16:creationId xmlns:a16="http://schemas.microsoft.com/office/drawing/2014/main" id="{C5A915F7-8B54-D655-05ED-E671CB6D60D5}"/>
              </a:ext>
            </a:extLst>
          </p:cNvPr>
          <p:cNvSpPr/>
          <p:nvPr/>
        </p:nvSpPr>
        <p:spPr>
          <a:xfrm>
            <a:off x="7212457" y="2533273"/>
            <a:ext cx="634835" cy="634835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600" dirty="0">
              <a:solidFill>
                <a:srgbClr val="FFFFFF"/>
              </a:solidFill>
              <a:latin typeface="Lexend SemiBold" pitchFamily="2" charset="77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4" name="Circle">
            <a:extLst>
              <a:ext uri="{FF2B5EF4-FFF2-40B4-BE49-F238E27FC236}">
                <a16:creationId xmlns:a16="http://schemas.microsoft.com/office/drawing/2014/main" id="{DAF8A442-5264-1869-831D-6AE4B844C697}"/>
              </a:ext>
            </a:extLst>
          </p:cNvPr>
          <p:cNvSpPr/>
          <p:nvPr/>
        </p:nvSpPr>
        <p:spPr>
          <a:xfrm>
            <a:off x="7212457" y="4501260"/>
            <a:ext cx="634835" cy="634835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600" dirty="0">
              <a:solidFill>
                <a:srgbClr val="FFFFFF"/>
              </a:solidFill>
              <a:latin typeface="Lexend SemiBold" pitchFamily="2" charset="77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6C2080B-26F6-8F2F-65D3-8BD28E44AE4E}"/>
              </a:ext>
            </a:extLst>
          </p:cNvPr>
          <p:cNvGrpSpPr/>
          <p:nvPr/>
        </p:nvGrpSpPr>
        <p:grpSpPr>
          <a:xfrm>
            <a:off x="8037742" y="2475610"/>
            <a:ext cx="3426270" cy="1578147"/>
            <a:chOff x="1460119" y="1593800"/>
            <a:chExt cx="3426270" cy="1578147"/>
          </a:xfrm>
        </p:grpSpPr>
        <p:sp>
          <p:nvSpPr>
            <p:cNvPr id="39" name="We are professionals in our field, who have…">
              <a:extLst>
                <a:ext uri="{FF2B5EF4-FFF2-40B4-BE49-F238E27FC236}">
                  <a16:creationId xmlns:a16="http://schemas.microsoft.com/office/drawing/2014/main" id="{B5202201-EAC4-DF48-6994-9FF3C9DE4139}"/>
                </a:ext>
              </a:extLst>
            </p:cNvPr>
            <p:cNvSpPr txBox="1"/>
            <p:nvPr/>
          </p:nvSpPr>
          <p:spPr>
            <a:xfrm>
              <a:off x="1460119" y="1850189"/>
              <a:ext cx="3128320" cy="13217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393" tIns="25393" rIns="25393" bIns="25393" anchor="t">
              <a:spAutoFit/>
            </a:bodyPr>
            <a:lstStyle/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000">
                  <a:latin typeface="Lexend Medium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Display Item.</a:t>
              </a:r>
            </a:p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000">
                  <a:latin typeface="Lexend Medium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Display Item.</a:t>
              </a:r>
            </a:p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000">
                  <a:latin typeface="Lexend Medium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Display Item.</a:t>
              </a:r>
            </a:p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000">
                  <a:latin typeface="Lexend Medium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Display Item.</a:t>
              </a:r>
            </a:p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000">
                  <a:latin typeface="Lexend Medium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Display Item.</a:t>
              </a:r>
            </a:p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000">
                  <a:latin typeface="Lexend Medium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Display Item.</a:t>
              </a:r>
            </a:p>
          </p:txBody>
        </p:sp>
        <p:sp>
          <p:nvSpPr>
            <p:cNvPr id="40" name="We are professionals in our field, who have…">
              <a:extLst>
                <a:ext uri="{FF2B5EF4-FFF2-40B4-BE49-F238E27FC236}">
                  <a16:creationId xmlns:a16="http://schemas.microsoft.com/office/drawing/2014/main" id="{3460A96D-40CA-97E0-8171-34558BB8D20A}"/>
                </a:ext>
              </a:extLst>
            </p:cNvPr>
            <p:cNvSpPr txBox="1"/>
            <p:nvPr/>
          </p:nvSpPr>
          <p:spPr>
            <a:xfrm>
              <a:off x="1460119" y="1593800"/>
              <a:ext cx="3426270" cy="28320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393" tIns="25393" rIns="25393" bIns="25393" anchor="b">
              <a:spAutoFit/>
            </a:bodyPr>
            <a:lstStyle/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200">
                  <a:latin typeface="Lexend SemiBold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Replace this placeholder text.</a:t>
              </a:r>
              <a:endParaRPr sz="1200">
                <a:latin typeface="Lexend SemiBold" pitchFamily="2" charset="77"/>
                <a:cs typeface="Montserrat" panose="00000500000000000000" pitchFamily="2" charset="0"/>
                <a:sym typeface="Montserrat" panose="00000500000000000000" pitchFamily="2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C5CFAA2-E7CF-D0AD-0335-1A045C27B3CF}"/>
              </a:ext>
            </a:extLst>
          </p:cNvPr>
          <p:cNvGrpSpPr/>
          <p:nvPr/>
        </p:nvGrpSpPr>
        <p:grpSpPr>
          <a:xfrm>
            <a:off x="8037742" y="4460765"/>
            <a:ext cx="3999458" cy="1578147"/>
            <a:chOff x="1460119" y="1593800"/>
            <a:chExt cx="3999458" cy="1578147"/>
          </a:xfrm>
        </p:grpSpPr>
        <p:sp>
          <p:nvSpPr>
            <p:cNvPr id="45" name="We are professionals in our field, who have…">
              <a:extLst>
                <a:ext uri="{FF2B5EF4-FFF2-40B4-BE49-F238E27FC236}">
                  <a16:creationId xmlns:a16="http://schemas.microsoft.com/office/drawing/2014/main" id="{11B10D96-6DB8-4C59-1ADD-BD5981D27520}"/>
                </a:ext>
              </a:extLst>
            </p:cNvPr>
            <p:cNvSpPr txBox="1"/>
            <p:nvPr/>
          </p:nvSpPr>
          <p:spPr>
            <a:xfrm>
              <a:off x="1460119" y="1850189"/>
              <a:ext cx="3999458" cy="13217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25393" tIns="25393" rIns="25393" bIns="25393" anchor="t">
              <a:spAutoFit/>
            </a:bodyPr>
            <a:lstStyle/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000">
                  <a:latin typeface="Lexend Medium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Display Item.</a:t>
              </a:r>
            </a:p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000">
                  <a:latin typeface="Lexend Medium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Display Item.</a:t>
              </a:r>
            </a:p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000">
                  <a:latin typeface="Lexend Medium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Display Item.</a:t>
              </a:r>
            </a:p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000">
                  <a:latin typeface="Lexend Medium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Display Item.</a:t>
              </a:r>
            </a:p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000">
                  <a:latin typeface="Lexend Medium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Display Item.</a:t>
              </a:r>
            </a:p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000">
                  <a:latin typeface="Lexend Medium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Display Item.</a:t>
              </a:r>
            </a:p>
          </p:txBody>
        </p:sp>
        <p:sp>
          <p:nvSpPr>
            <p:cNvPr id="46" name="We are professionals in our field, who have…">
              <a:extLst>
                <a:ext uri="{FF2B5EF4-FFF2-40B4-BE49-F238E27FC236}">
                  <a16:creationId xmlns:a16="http://schemas.microsoft.com/office/drawing/2014/main" id="{E7D1FCC1-DB84-54D2-8B43-77FAFE05C51D}"/>
                </a:ext>
              </a:extLst>
            </p:cNvPr>
            <p:cNvSpPr txBox="1"/>
            <p:nvPr/>
          </p:nvSpPr>
          <p:spPr>
            <a:xfrm>
              <a:off x="1460119" y="1593800"/>
              <a:ext cx="3999458" cy="28320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25393" tIns="25393" rIns="25393" bIns="25393" anchor="b">
              <a:spAutoFit/>
            </a:bodyPr>
            <a:lstStyle/>
            <a:p>
              <a: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pPr>
              <a:r>
                <a:rPr lang="en-US" sz="1200">
                  <a:latin typeface="Lexend SemiBold" pitchFamily="2" charset="77"/>
                  <a:cs typeface="Montserrat" panose="00000500000000000000" pitchFamily="2" charset="0"/>
                  <a:sym typeface="Montserrat" panose="00000500000000000000" pitchFamily="2" charset="0"/>
                </a:rPr>
                <a:t>Replace this placeholder text.</a:t>
              </a:r>
              <a:endParaRPr sz="1200">
                <a:latin typeface="Lexend SemiBold" pitchFamily="2" charset="77"/>
                <a:cs typeface="Montserrat" panose="00000500000000000000" pitchFamily="2" charset="0"/>
                <a:sym typeface="Montserrat" panose="00000500000000000000" pitchFamily="2" charset="0"/>
              </a:endParaRPr>
            </a:p>
          </p:txBody>
        </p:sp>
      </p:grpSp>
      <p:sp>
        <p:nvSpPr>
          <p:cNvPr id="2" name="Title 51">
            <a:extLst>
              <a:ext uri="{FF2B5EF4-FFF2-40B4-BE49-F238E27FC236}">
                <a16:creationId xmlns:a16="http://schemas.microsoft.com/office/drawing/2014/main" id="{15A3F27C-D603-A095-B194-5FF97969F0DE}"/>
              </a:ext>
            </a:extLst>
          </p:cNvPr>
          <p:cNvSpPr txBox="1">
            <a:spLocks/>
          </p:cNvSpPr>
          <p:nvPr/>
        </p:nvSpPr>
        <p:spPr>
          <a:xfrm>
            <a:off x="2838251" y="1109983"/>
            <a:ext cx="10027596" cy="87076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spc="-50" baseline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accent1"/>
                </a:solidFill>
                <a:latin typeface="Lexend SemiBold" pitchFamily="2" charset="77"/>
              </a:rPr>
              <a:t>Slide Title – Capitalize Each Word </a:t>
            </a:r>
          </a:p>
        </p:txBody>
      </p:sp>
      <p:sp>
        <p:nvSpPr>
          <p:cNvPr id="17" name="Text Placeholder 52">
            <a:extLst>
              <a:ext uri="{FF2B5EF4-FFF2-40B4-BE49-F238E27FC236}">
                <a16:creationId xmlns:a16="http://schemas.microsoft.com/office/drawing/2014/main" id="{D757429F-EC26-F80E-F6A4-29DD16B46023}"/>
              </a:ext>
            </a:extLst>
          </p:cNvPr>
          <p:cNvSpPr txBox="1">
            <a:spLocks/>
          </p:cNvSpPr>
          <p:nvPr/>
        </p:nvSpPr>
        <p:spPr>
          <a:xfrm>
            <a:off x="2738268" y="1589077"/>
            <a:ext cx="10027596" cy="388931"/>
          </a:xfrm>
          <a:prstGeom prst="rect">
            <a:avLst/>
          </a:prstGeom>
        </p:spPr>
        <p:txBody>
          <a:bodyPr/>
          <a:lstStyle>
            <a:lvl1pPr marL="228600" indent="-13716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Montserrat" panose="00000500000000000000" pitchFamily="2" charset="0"/>
              <a:buChar char="•"/>
              <a:defRPr sz="1400" b="0" i="0" kern="1200" spc="-20" baseline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400" b="0" i="0" kern="1200" spc="-20" baseline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400" b="0" i="0" kern="1200" spc="-20" baseline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400" b="0" i="0" kern="1200" spc="-20" baseline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400" b="0" i="0" kern="1200" spc="-20" baseline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buNone/>
            </a:pPr>
            <a:r>
              <a:rPr lang="en-US" dirty="0">
                <a:solidFill>
                  <a:schemeClr val="accent3"/>
                </a:solidFill>
                <a:latin typeface="Lexend Medium" pitchFamily="2" charset="77"/>
              </a:rPr>
              <a:t>The </a:t>
            </a:r>
            <a:r>
              <a:rPr lang="en-US" dirty="0" err="1">
                <a:solidFill>
                  <a:schemeClr val="accent3"/>
                </a:solidFill>
                <a:latin typeface="Lexend Medium" pitchFamily="2" charset="77"/>
              </a:rPr>
              <a:t>AmeXio</a:t>
            </a:r>
            <a:r>
              <a:rPr lang="en-US" dirty="0">
                <a:solidFill>
                  <a:schemeClr val="accent3"/>
                </a:solidFill>
                <a:latin typeface="Lexend Medium" pitchFamily="2" charset="77"/>
              </a:rPr>
              <a:t> Group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1E302AF8-C358-7011-ACD3-AE424D71F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43867" y="2668797"/>
            <a:ext cx="396358" cy="39635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219366F-2174-4CAA-3707-5FC8F11B9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70080" y="4627876"/>
            <a:ext cx="396358" cy="396358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31AEB055-0089-1701-C057-7B499875C6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45050" y="4644373"/>
            <a:ext cx="396358" cy="396358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80AB9C4C-0273-63E6-4426-652BE6F040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42839" y="2654942"/>
            <a:ext cx="396358" cy="396358"/>
          </a:xfrm>
          <a:prstGeom prst="rect">
            <a:avLst/>
          </a:prstGeom>
        </p:spPr>
      </p:pic>
      <p:pic>
        <p:nvPicPr>
          <p:cNvPr id="3" name="Picture Placeholder 3">
            <a:extLst>
              <a:ext uri="{FF2B5EF4-FFF2-40B4-BE49-F238E27FC236}">
                <a16:creationId xmlns:a16="http://schemas.microsoft.com/office/drawing/2014/main" id="{4FE85983-63F5-715D-1B52-D352A36D57B6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547" y="0"/>
            <a:ext cx="2350463" cy="6858000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259363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">
            <a:extLst>
              <a:ext uri="{FF2B5EF4-FFF2-40B4-BE49-F238E27FC236}">
                <a16:creationId xmlns:a16="http://schemas.microsoft.com/office/drawing/2014/main" id="{759A6CBF-C90F-D31E-F60E-096693E1572D}"/>
              </a:ext>
            </a:extLst>
          </p:cNvPr>
          <p:cNvSpPr/>
          <p:nvPr/>
        </p:nvSpPr>
        <p:spPr>
          <a:xfrm>
            <a:off x="6093043" y="635728"/>
            <a:ext cx="5184557" cy="558654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6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4" name="Transparency Work">
            <a:extLst>
              <a:ext uri="{FF2B5EF4-FFF2-40B4-BE49-F238E27FC236}">
                <a16:creationId xmlns:a16="http://schemas.microsoft.com/office/drawing/2014/main" id="{9A20E736-A23E-FDDE-8CF0-692B1595C459}"/>
              </a:ext>
            </a:extLst>
          </p:cNvPr>
          <p:cNvSpPr txBox="1"/>
          <p:nvPr/>
        </p:nvSpPr>
        <p:spPr>
          <a:xfrm>
            <a:off x="6870828" y="1487215"/>
            <a:ext cx="4062942" cy="420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en-US" sz="1200" kern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More and more information is accessible in all languages</a:t>
            </a:r>
          </a:p>
        </p:txBody>
      </p:sp>
      <p:sp>
        <p:nvSpPr>
          <p:cNvPr id="25" name="Circle">
            <a:extLst>
              <a:ext uri="{FF2B5EF4-FFF2-40B4-BE49-F238E27FC236}">
                <a16:creationId xmlns:a16="http://schemas.microsoft.com/office/drawing/2014/main" id="{6875B74B-0009-C249-CA3D-0B9359973D4D}"/>
              </a:ext>
            </a:extLst>
          </p:cNvPr>
          <p:cNvSpPr/>
          <p:nvPr/>
        </p:nvSpPr>
        <p:spPr>
          <a:xfrm>
            <a:off x="6362961" y="1522942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6" name="Graphic 2">
            <a:extLst>
              <a:ext uri="{FF2B5EF4-FFF2-40B4-BE49-F238E27FC236}">
                <a16:creationId xmlns:a16="http://schemas.microsoft.com/office/drawing/2014/main" id="{975F5508-C9F1-FD26-7F7D-C02A90DEC510}"/>
              </a:ext>
            </a:extLst>
          </p:cNvPr>
          <p:cNvSpPr/>
          <p:nvPr/>
        </p:nvSpPr>
        <p:spPr>
          <a:xfrm>
            <a:off x="6489928" y="1663643"/>
            <a:ext cx="95225" cy="67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960"/>
                </a:moveTo>
                <a:lnTo>
                  <a:pt x="6171" y="21600"/>
                </a:lnTo>
                <a:lnTo>
                  <a:pt x="21600" y="0"/>
                </a:lnTo>
              </a:path>
            </a:pathLst>
          </a:custGeom>
          <a:ln w="25400" cap="rnd">
            <a:solidFill>
              <a:srgbClr val="FFFFFF"/>
            </a:solidFill>
          </a:ln>
        </p:spPr>
        <p:txBody>
          <a:bodyPr lIns="22854" rIns="22854" anchor="ctr"/>
          <a:lstStyle/>
          <a:p>
            <a:pPr defTabSz="457109" hangingPunct="0">
              <a:defRPr sz="1800">
                <a:solidFill>
                  <a:srgbClr val="000000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000000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7" name="Creating a Powerful High-Trust Team">
            <a:extLst>
              <a:ext uri="{FF2B5EF4-FFF2-40B4-BE49-F238E27FC236}">
                <a16:creationId xmlns:a16="http://schemas.microsoft.com/office/drawing/2014/main" id="{33B08443-BEB0-F877-FF01-7DB73B56553F}"/>
              </a:ext>
            </a:extLst>
          </p:cNvPr>
          <p:cNvSpPr txBox="1"/>
          <p:nvPr/>
        </p:nvSpPr>
        <p:spPr>
          <a:xfrm>
            <a:off x="6870828" y="2278343"/>
            <a:ext cx="4062942" cy="235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en-US" sz="1200" kern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Increased appetite for native language content</a:t>
            </a:r>
          </a:p>
        </p:txBody>
      </p:sp>
      <p:sp>
        <p:nvSpPr>
          <p:cNvPr id="28" name="Circle">
            <a:extLst>
              <a:ext uri="{FF2B5EF4-FFF2-40B4-BE49-F238E27FC236}">
                <a16:creationId xmlns:a16="http://schemas.microsoft.com/office/drawing/2014/main" id="{D3B0D1AB-1928-7E88-138D-AD2C824B7211}"/>
              </a:ext>
            </a:extLst>
          </p:cNvPr>
          <p:cNvSpPr/>
          <p:nvPr/>
        </p:nvSpPr>
        <p:spPr>
          <a:xfrm>
            <a:off x="6362961" y="2221736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9" name="Graphic 2">
            <a:extLst>
              <a:ext uri="{FF2B5EF4-FFF2-40B4-BE49-F238E27FC236}">
                <a16:creationId xmlns:a16="http://schemas.microsoft.com/office/drawing/2014/main" id="{793B0E9B-0931-714B-46C9-46F0ED5BA33C}"/>
              </a:ext>
            </a:extLst>
          </p:cNvPr>
          <p:cNvSpPr/>
          <p:nvPr/>
        </p:nvSpPr>
        <p:spPr>
          <a:xfrm>
            <a:off x="6489928" y="2362437"/>
            <a:ext cx="95225" cy="677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960"/>
                </a:moveTo>
                <a:lnTo>
                  <a:pt x="6171" y="21600"/>
                </a:lnTo>
                <a:lnTo>
                  <a:pt x="21600" y="0"/>
                </a:lnTo>
              </a:path>
            </a:pathLst>
          </a:custGeom>
          <a:ln w="25400" cap="rnd">
            <a:solidFill>
              <a:srgbClr val="FFFFFF"/>
            </a:solidFill>
          </a:ln>
        </p:spPr>
        <p:txBody>
          <a:bodyPr lIns="22854" rIns="22854" anchor="ctr"/>
          <a:lstStyle/>
          <a:p>
            <a:pPr defTabSz="457109" hangingPunct="0">
              <a:defRPr sz="1800">
                <a:solidFill>
                  <a:srgbClr val="000000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000000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0" name="Make a Difference Every Day">
            <a:extLst>
              <a:ext uri="{FF2B5EF4-FFF2-40B4-BE49-F238E27FC236}">
                <a16:creationId xmlns:a16="http://schemas.microsoft.com/office/drawing/2014/main" id="{B4977021-2B12-7FD6-FEE1-5455C9199D7D}"/>
              </a:ext>
            </a:extLst>
          </p:cNvPr>
          <p:cNvSpPr txBox="1"/>
          <p:nvPr/>
        </p:nvSpPr>
        <p:spPr>
          <a:xfrm>
            <a:off x="6870828" y="2977137"/>
            <a:ext cx="4062942" cy="235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en-US" sz="1200" kern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Digitization of products and services</a:t>
            </a:r>
          </a:p>
        </p:txBody>
      </p:sp>
      <p:sp>
        <p:nvSpPr>
          <p:cNvPr id="31" name="Circle">
            <a:extLst>
              <a:ext uri="{FF2B5EF4-FFF2-40B4-BE49-F238E27FC236}">
                <a16:creationId xmlns:a16="http://schemas.microsoft.com/office/drawing/2014/main" id="{3EC3DFC1-8FD5-07CD-7A8D-52FC17DFAF35}"/>
              </a:ext>
            </a:extLst>
          </p:cNvPr>
          <p:cNvSpPr/>
          <p:nvPr/>
        </p:nvSpPr>
        <p:spPr>
          <a:xfrm>
            <a:off x="6362961" y="2920531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2" name="Graphic 2">
            <a:extLst>
              <a:ext uri="{FF2B5EF4-FFF2-40B4-BE49-F238E27FC236}">
                <a16:creationId xmlns:a16="http://schemas.microsoft.com/office/drawing/2014/main" id="{0F52842F-2D22-5C83-AF44-8E37FA9D2185}"/>
              </a:ext>
            </a:extLst>
          </p:cNvPr>
          <p:cNvSpPr/>
          <p:nvPr/>
        </p:nvSpPr>
        <p:spPr>
          <a:xfrm>
            <a:off x="6489928" y="3061232"/>
            <a:ext cx="95225" cy="677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960"/>
                </a:moveTo>
                <a:lnTo>
                  <a:pt x="6171" y="21600"/>
                </a:lnTo>
                <a:lnTo>
                  <a:pt x="21600" y="0"/>
                </a:lnTo>
              </a:path>
            </a:pathLst>
          </a:custGeom>
          <a:ln w="25400" cap="rnd">
            <a:solidFill>
              <a:srgbClr val="FFFFFF"/>
            </a:solidFill>
          </a:ln>
        </p:spPr>
        <p:txBody>
          <a:bodyPr lIns="22854" rIns="22854" anchor="ctr"/>
          <a:lstStyle/>
          <a:p>
            <a:pPr defTabSz="457109" hangingPunct="0">
              <a:defRPr sz="1800">
                <a:solidFill>
                  <a:srgbClr val="000000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000000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3" name="Customer first">
            <a:extLst>
              <a:ext uri="{FF2B5EF4-FFF2-40B4-BE49-F238E27FC236}">
                <a16:creationId xmlns:a16="http://schemas.microsoft.com/office/drawing/2014/main" id="{A6E2D555-EBB5-8992-F256-DCC5AF2D54ED}"/>
              </a:ext>
            </a:extLst>
          </p:cNvPr>
          <p:cNvSpPr txBox="1"/>
          <p:nvPr/>
        </p:nvSpPr>
        <p:spPr>
          <a:xfrm>
            <a:off x="6870828" y="3583598"/>
            <a:ext cx="4062942" cy="420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en-US" sz="1200" kern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Multiplication of content formats and digital channels</a:t>
            </a:r>
          </a:p>
        </p:txBody>
      </p:sp>
      <p:sp>
        <p:nvSpPr>
          <p:cNvPr id="34" name="Circle">
            <a:extLst>
              <a:ext uri="{FF2B5EF4-FFF2-40B4-BE49-F238E27FC236}">
                <a16:creationId xmlns:a16="http://schemas.microsoft.com/office/drawing/2014/main" id="{27895DA3-BF4F-2E55-4303-8CC83A36CA6A}"/>
              </a:ext>
            </a:extLst>
          </p:cNvPr>
          <p:cNvSpPr/>
          <p:nvPr/>
        </p:nvSpPr>
        <p:spPr>
          <a:xfrm>
            <a:off x="6362961" y="3619325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5" name="Graphic 2">
            <a:extLst>
              <a:ext uri="{FF2B5EF4-FFF2-40B4-BE49-F238E27FC236}">
                <a16:creationId xmlns:a16="http://schemas.microsoft.com/office/drawing/2014/main" id="{9E6B6C60-56E1-4BEA-AF6C-F3A364A6A342}"/>
              </a:ext>
            </a:extLst>
          </p:cNvPr>
          <p:cNvSpPr/>
          <p:nvPr/>
        </p:nvSpPr>
        <p:spPr>
          <a:xfrm>
            <a:off x="6489928" y="3760026"/>
            <a:ext cx="95225" cy="67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960"/>
                </a:moveTo>
                <a:lnTo>
                  <a:pt x="6171" y="21600"/>
                </a:lnTo>
                <a:lnTo>
                  <a:pt x="21600" y="0"/>
                </a:lnTo>
              </a:path>
            </a:pathLst>
          </a:custGeom>
          <a:ln w="25400" cap="rnd">
            <a:solidFill>
              <a:srgbClr val="FFFFFF"/>
            </a:solidFill>
          </a:ln>
        </p:spPr>
        <p:txBody>
          <a:bodyPr lIns="22854" rIns="22854" anchor="ctr"/>
          <a:lstStyle/>
          <a:p>
            <a:pPr defTabSz="457109" hangingPunct="0">
              <a:defRPr sz="1800">
                <a:solidFill>
                  <a:srgbClr val="000000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000000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6" name="Think Big">
            <a:extLst>
              <a:ext uri="{FF2B5EF4-FFF2-40B4-BE49-F238E27FC236}">
                <a16:creationId xmlns:a16="http://schemas.microsoft.com/office/drawing/2014/main" id="{85C9B835-C160-CADB-D759-856C45BA853C}"/>
              </a:ext>
            </a:extLst>
          </p:cNvPr>
          <p:cNvSpPr txBox="1"/>
          <p:nvPr/>
        </p:nvSpPr>
        <p:spPr>
          <a:xfrm>
            <a:off x="6870828" y="4282393"/>
            <a:ext cx="4062942" cy="420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en-US" sz="1200" kern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Fast-paced innovation and rapidly evolving technology</a:t>
            </a:r>
          </a:p>
        </p:txBody>
      </p:sp>
      <p:sp>
        <p:nvSpPr>
          <p:cNvPr id="37" name="Circle">
            <a:extLst>
              <a:ext uri="{FF2B5EF4-FFF2-40B4-BE49-F238E27FC236}">
                <a16:creationId xmlns:a16="http://schemas.microsoft.com/office/drawing/2014/main" id="{0B6C758A-C631-FB6E-3751-C2E31B363746}"/>
              </a:ext>
            </a:extLst>
          </p:cNvPr>
          <p:cNvSpPr/>
          <p:nvPr/>
        </p:nvSpPr>
        <p:spPr>
          <a:xfrm>
            <a:off x="6362961" y="4318120"/>
            <a:ext cx="349159" cy="349159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8" name="Graphic 2">
            <a:extLst>
              <a:ext uri="{FF2B5EF4-FFF2-40B4-BE49-F238E27FC236}">
                <a16:creationId xmlns:a16="http://schemas.microsoft.com/office/drawing/2014/main" id="{847B7240-13F1-AB5C-CDAD-A3967C0A8B4A}"/>
              </a:ext>
            </a:extLst>
          </p:cNvPr>
          <p:cNvSpPr/>
          <p:nvPr/>
        </p:nvSpPr>
        <p:spPr>
          <a:xfrm>
            <a:off x="6489928" y="4458821"/>
            <a:ext cx="95225" cy="67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960"/>
                </a:moveTo>
                <a:lnTo>
                  <a:pt x="6171" y="21600"/>
                </a:lnTo>
                <a:lnTo>
                  <a:pt x="21600" y="0"/>
                </a:lnTo>
              </a:path>
            </a:pathLst>
          </a:custGeom>
          <a:ln w="25400" cap="rnd">
            <a:solidFill>
              <a:srgbClr val="FFFFFF"/>
            </a:solidFill>
          </a:ln>
        </p:spPr>
        <p:txBody>
          <a:bodyPr lIns="22854" rIns="22854" anchor="ctr"/>
          <a:lstStyle/>
          <a:p>
            <a:pPr defTabSz="457109" hangingPunct="0">
              <a:defRPr sz="1800">
                <a:solidFill>
                  <a:srgbClr val="000000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000000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9" name="Rounded Rectangle">
            <a:extLst>
              <a:ext uri="{FF2B5EF4-FFF2-40B4-BE49-F238E27FC236}">
                <a16:creationId xmlns:a16="http://schemas.microsoft.com/office/drawing/2014/main" id="{C8AE456A-FFF7-037F-00B0-979509E6AD13}"/>
              </a:ext>
            </a:extLst>
          </p:cNvPr>
          <p:cNvSpPr/>
          <p:nvPr/>
        </p:nvSpPr>
        <p:spPr>
          <a:xfrm>
            <a:off x="649339" y="635728"/>
            <a:ext cx="5184557" cy="5586546"/>
          </a:xfrm>
          <a:prstGeom prst="roundRect">
            <a:avLst>
              <a:gd name="adj" fmla="val 7143"/>
            </a:avLst>
          </a:prstGeom>
          <a:gradFill>
            <a:gsLst>
              <a:gs pos="0">
                <a:schemeClr val="bg2">
                  <a:lumMod val="75000"/>
                </a:schemeClr>
              </a:gs>
              <a:gs pos="98000">
                <a:schemeClr val="accent1">
                  <a:lumMod val="90000"/>
                  <a:lumOff val="10000"/>
                </a:schemeClr>
              </a:gs>
              <a:gs pos="0">
                <a:schemeClr val="accent1"/>
              </a:gs>
            </a:gsLst>
            <a:path path="circle">
              <a:fillToRect l="100000" b="100000"/>
            </a:path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6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4" name="Think Big">
            <a:extLst>
              <a:ext uri="{FF2B5EF4-FFF2-40B4-BE49-F238E27FC236}">
                <a16:creationId xmlns:a16="http://schemas.microsoft.com/office/drawing/2014/main" id="{FDEA121A-FAF4-1026-EED3-2931440AFEE0}"/>
              </a:ext>
            </a:extLst>
          </p:cNvPr>
          <p:cNvSpPr txBox="1"/>
          <p:nvPr/>
        </p:nvSpPr>
        <p:spPr>
          <a:xfrm>
            <a:off x="6870828" y="5110479"/>
            <a:ext cx="4062942" cy="235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en-US" sz="1200" kern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A global marketplace for most industries </a:t>
            </a:r>
          </a:p>
        </p:txBody>
      </p:sp>
      <p:sp>
        <p:nvSpPr>
          <p:cNvPr id="5" name="Circle">
            <a:extLst>
              <a:ext uri="{FF2B5EF4-FFF2-40B4-BE49-F238E27FC236}">
                <a16:creationId xmlns:a16="http://schemas.microsoft.com/office/drawing/2014/main" id="{E9383C71-5B87-CC99-6218-98D65930AFBF}"/>
              </a:ext>
            </a:extLst>
          </p:cNvPr>
          <p:cNvSpPr/>
          <p:nvPr/>
        </p:nvSpPr>
        <p:spPr>
          <a:xfrm>
            <a:off x="6362961" y="5053873"/>
            <a:ext cx="349159" cy="349159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6" name="Graphic 2">
            <a:extLst>
              <a:ext uri="{FF2B5EF4-FFF2-40B4-BE49-F238E27FC236}">
                <a16:creationId xmlns:a16="http://schemas.microsoft.com/office/drawing/2014/main" id="{B4F0EDBD-FACB-DD06-60D0-63A6C5D44C9A}"/>
              </a:ext>
            </a:extLst>
          </p:cNvPr>
          <p:cNvSpPr/>
          <p:nvPr/>
        </p:nvSpPr>
        <p:spPr>
          <a:xfrm>
            <a:off x="6489928" y="5194574"/>
            <a:ext cx="95225" cy="67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960"/>
                </a:moveTo>
                <a:lnTo>
                  <a:pt x="6171" y="21600"/>
                </a:lnTo>
                <a:lnTo>
                  <a:pt x="21600" y="0"/>
                </a:lnTo>
              </a:path>
            </a:pathLst>
          </a:custGeom>
          <a:ln w="25400" cap="rnd">
            <a:solidFill>
              <a:srgbClr val="FFFFFF"/>
            </a:solidFill>
          </a:ln>
        </p:spPr>
        <p:txBody>
          <a:bodyPr lIns="22854" rIns="22854" anchor="ctr"/>
          <a:lstStyle/>
          <a:p>
            <a:pPr defTabSz="457109" hangingPunct="0">
              <a:defRPr sz="1800">
                <a:solidFill>
                  <a:srgbClr val="000000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000000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" name="Light In The Darkness">
            <a:extLst>
              <a:ext uri="{FF2B5EF4-FFF2-40B4-BE49-F238E27FC236}">
                <a16:creationId xmlns:a16="http://schemas.microsoft.com/office/drawing/2014/main" id="{8A04F0F1-BDFD-8604-5C4C-8FF801609109}"/>
              </a:ext>
            </a:extLst>
          </p:cNvPr>
          <p:cNvSpPr txBox="1"/>
          <p:nvPr/>
        </p:nvSpPr>
        <p:spPr>
          <a:xfrm>
            <a:off x="1009152" y="1163048"/>
            <a:ext cx="4456466" cy="1282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wrap="square" lIns="25393" tIns="25393" rIns="25393" bIns="25393">
            <a:spAutoFit/>
          </a:bodyPr>
          <a:lstStyle>
            <a:lvl1pPr>
              <a:lnSpc>
                <a:spcPct val="120000"/>
              </a:lnSpc>
              <a:defRPr sz="80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sz="3999" b="1" dirty="0">
                <a:solidFill>
                  <a:schemeClr val="accent2"/>
                </a:solidFill>
                <a:latin typeface="Lexend SemiBold" pitchFamily="2" charset="77"/>
                <a:cs typeface="Montserrat" panose="00000500000000000000" pitchFamily="2" charset="0"/>
              </a:rPr>
              <a:t>Short main </a:t>
            </a:r>
            <a:br>
              <a:rPr lang="en-US" sz="3999" b="1" dirty="0">
                <a:solidFill>
                  <a:schemeClr val="accent2"/>
                </a:solidFill>
                <a:latin typeface="Lexend SemiBold" pitchFamily="2" charset="77"/>
                <a:cs typeface="Montserrat" panose="00000500000000000000" pitchFamily="2" charset="0"/>
              </a:rPr>
            </a:br>
            <a:r>
              <a:rPr lang="en-US" sz="3999" b="1" dirty="0">
                <a:solidFill>
                  <a:schemeClr val="accent2"/>
                </a:solidFill>
                <a:latin typeface="Lexend SemiBold" pitchFamily="2" charset="77"/>
                <a:cs typeface="Montserrat" panose="00000500000000000000" pitchFamily="2" charset="0"/>
              </a:rPr>
              <a:t>title here</a:t>
            </a:r>
            <a:endParaRPr sz="3999" b="1" dirty="0">
              <a:solidFill>
                <a:schemeClr val="accent2"/>
              </a:solidFill>
              <a:latin typeface="Lexend SemiBold" pitchFamily="2" charset="77"/>
              <a:cs typeface="Montserrat" panose="00000500000000000000" pitchFamily="2" charset="0"/>
            </a:endParaRPr>
          </a:p>
        </p:txBody>
      </p:sp>
      <p:sp>
        <p:nvSpPr>
          <p:cNvPr id="3" name="This is a place where you can describe your awesome presentation.">
            <a:extLst>
              <a:ext uri="{FF2B5EF4-FFF2-40B4-BE49-F238E27FC236}">
                <a16:creationId xmlns:a16="http://schemas.microsoft.com/office/drawing/2014/main" id="{F074264B-2858-5149-4118-812CF02DCC26}"/>
              </a:ext>
            </a:extLst>
          </p:cNvPr>
          <p:cNvSpPr txBox="1"/>
          <p:nvPr/>
        </p:nvSpPr>
        <p:spPr>
          <a:xfrm>
            <a:off x="1009152" y="2527743"/>
            <a:ext cx="4456466" cy="548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wrap="square" lIns="25393" tIns="25393" rIns="25393" bIns="25393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sz="1400">
                <a:solidFill>
                  <a:schemeClr val="accent2"/>
                </a:solidFill>
                <a:latin typeface="Lexend Medium" pitchFamily="2" charset="77"/>
              </a:rPr>
              <a:t>This is a</a:t>
            </a:r>
            <a:r>
              <a:rPr lang="en-US" sz="1400">
                <a:solidFill>
                  <a:schemeClr val="accent2"/>
                </a:solidFill>
                <a:latin typeface="Lexend Medium" pitchFamily="2" charset="77"/>
              </a:rPr>
              <a:t>n optional</a:t>
            </a:r>
            <a:r>
              <a:rPr sz="1400">
                <a:solidFill>
                  <a:schemeClr val="accent2"/>
                </a:solidFill>
                <a:latin typeface="Lexend Medium" pitchFamily="2" charset="77"/>
              </a:rPr>
              <a:t> </a:t>
            </a:r>
            <a:r>
              <a:rPr lang="en-US" sz="1400">
                <a:solidFill>
                  <a:schemeClr val="accent2"/>
                </a:solidFill>
                <a:latin typeface="Lexend Medium" pitchFamily="2" charset="77"/>
              </a:rPr>
              <a:t>space to </a:t>
            </a:r>
            <a:r>
              <a:rPr sz="1400">
                <a:solidFill>
                  <a:schemeClr val="accent2"/>
                </a:solidFill>
                <a:latin typeface="Lexend Medium" pitchFamily="2" charset="77"/>
              </a:rPr>
              <a:t>describe </a:t>
            </a:r>
            <a:r>
              <a:rPr lang="en-US" sz="1400">
                <a:solidFill>
                  <a:schemeClr val="accent2"/>
                </a:solidFill>
                <a:latin typeface="Lexend Medium" pitchFamily="2" charset="77"/>
              </a:rPr>
              <a:t>the highest level objective. Keep text short.</a:t>
            </a:r>
          </a:p>
        </p:txBody>
      </p:sp>
      <p:sp>
        <p:nvSpPr>
          <p:cNvPr id="8" name="Rounded Rectangle">
            <a:extLst>
              <a:ext uri="{FF2B5EF4-FFF2-40B4-BE49-F238E27FC236}">
                <a16:creationId xmlns:a16="http://schemas.microsoft.com/office/drawing/2014/main" id="{A9CE7345-EAA0-F3B0-5E54-1BFF90CBD552}"/>
              </a:ext>
            </a:extLst>
          </p:cNvPr>
          <p:cNvSpPr/>
          <p:nvPr/>
        </p:nvSpPr>
        <p:spPr>
          <a:xfrm>
            <a:off x="1009152" y="5508851"/>
            <a:ext cx="1453121" cy="37220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miter lim="400000"/>
          </a:ln>
        </p:spPr>
        <p:txBody>
          <a:bodyPr wrap="none" lIns="182880" tIns="54864" rIns="182880" bIns="54864" anchor="t" anchorCtr="0">
            <a:spAutoFit/>
          </a:bodyPr>
          <a:lstStyle/>
          <a:p>
            <a:pPr>
              <a:defRPr/>
            </a:pPr>
            <a:r>
              <a:rPr lang="en-US" sz="1000" dirty="0">
                <a:solidFill>
                  <a:schemeClr val="bg1"/>
                </a:solidFill>
                <a:latin typeface="Lexend SemiBold" pitchFamily="2" charset="77"/>
                <a:cs typeface="Montserrat" panose="00000500000000000000" pitchFamily="2" charset="0"/>
              </a:rPr>
              <a:t>Optional Label</a:t>
            </a:r>
          </a:p>
        </p:txBody>
      </p:sp>
    </p:spTree>
    <p:extLst>
      <p:ext uri="{BB962C8B-B14F-4D97-AF65-F5344CB8AC3E}">
        <p14:creationId xmlns:p14="http://schemas.microsoft.com/office/powerpoint/2010/main" val="2389771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4">
            <a:extLst>
              <a:ext uri="{FF2B5EF4-FFF2-40B4-BE49-F238E27FC236}">
                <a16:creationId xmlns:a16="http://schemas.microsoft.com/office/drawing/2014/main" id="{30E761F9-D624-0DA8-E09D-450B8A207967}"/>
              </a:ext>
            </a:extLst>
          </p:cNvPr>
          <p:cNvSpPr txBox="1"/>
          <p:nvPr/>
        </p:nvSpPr>
        <p:spPr>
          <a:xfrm>
            <a:off x="5891113" y="2121276"/>
            <a:ext cx="3047206" cy="231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defRPr/>
            </a:pPr>
            <a:r>
              <a:rPr sz="1200" kern="0">
                <a:solidFill>
                  <a:srgbClr val="0D0D0D"/>
                </a:solidFill>
                <a:latin typeface="Lexend Medium" pitchFamily="2" charset="77"/>
                <a:cs typeface="Montserrat" panose="00000500000000000000" pitchFamily="2" charset="0"/>
              </a:rPr>
              <a:t>Total sales</a:t>
            </a:r>
          </a:p>
        </p:txBody>
      </p:sp>
      <p:sp>
        <p:nvSpPr>
          <p:cNvPr id="5" name="Object5">
            <a:extLst>
              <a:ext uri="{FF2B5EF4-FFF2-40B4-BE49-F238E27FC236}">
                <a16:creationId xmlns:a16="http://schemas.microsoft.com/office/drawing/2014/main" id="{C058ADCC-8BE7-689D-4AAA-299027B0EB49}"/>
              </a:ext>
            </a:extLst>
          </p:cNvPr>
          <p:cNvSpPr txBox="1"/>
          <p:nvPr/>
        </p:nvSpPr>
        <p:spPr>
          <a:xfrm>
            <a:off x="9192253" y="2121276"/>
            <a:ext cx="1777537" cy="231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defRPr/>
            </a:pPr>
            <a:r>
              <a:rPr sz="1200" kern="0">
                <a:solidFill>
                  <a:srgbClr val="0D0D0D"/>
                </a:solidFill>
                <a:latin typeface="Lexend Medium" pitchFamily="2" charset="77"/>
                <a:cs typeface="Montserrat" panose="00000500000000000000" pitchFamily="2" charset="0"/>
              </a:rPr>
              <a:t>23000 / 32000</a:t>
            </a:r>
          </a:p>
        </p:txBody>
      </p:sp>
      <p:sp>
        <p:nvSpPr>
          <p:cNvPr id="6" name="Object6">
            <a:extLst>
              <a:ext uri="{FF2B5EF4-FFF2-40B4-BE49-F238E27FC236}">
                <a16:creationId xmlns:a16="http://schemas.microsoft.com/office/drawing/2014/main" id="{2A4CA606-1DF3-07F2-E740-D3CA960E8BF5}"/>
              </a:ext>
            </a:extLst>
          </p:cNvPr>
          <p:cNvSpPr txBox="1"/>
          <p:nvPr/>
        </p:nvSpPr>
        <p:spPr>
          <a:xfrm>
            <a:off x="5891113" y="3486171"/>
            <a:ext cx="3047206" cy="231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defRPr/>
            </a:pPr>
            <a:r>
              <a:rPr sz="1200" kern="0">
                <a:solidFill>
                  <a:srgbClr val="0D0D0D"/>
                </a:solidFill>
                <a:latin typeface="Lexend Medium" pitchFamily="2" charset="77"/>
                <a:cs typeface="Montserrat" panose="00000500000000000000" pitchFamily="2" charset="0"/>
              </a:rPr>
              <a:t>New offices</a:t>
            </a:r>
          </a:p>
        </p:txBody>
      </p:sp>
      <p:sp>
        <p:nvSpPr>
          <p:cNvPr id="7" name="Object7">
            <a:extLst>
              <a:ext uri="{FF2B5EF4-FFF2-40B4-BE49-F238E27FC236}">
                <a16:creationId xmlns:a16="http://schemas.microsoft.com/office/drawing/2014/main" id="{0CD5B1F7-CA31-2940-80D6-D7C60BA74634}"/>
              </a:ext>
            </a:extLst>
          </p:cNvPr>
          <p:cNvSpPr txBox="1"/>
          <p:nvPr/>
        </p:nvSpPr>
        <p:spPr>
          <a:xfrm>
            <a:off x="9192253" y="3486171"/>
            <a:ext cx="1777537" cy="231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defRPr/>
            </a:pPr>
            <a:r>
              <a:rPr sz="1200" kern="0">
                <a:solidFill>
                  <a:srgbClr val="0D0D0D"/>
                </a:solidFill>
                <a:latin typeface="Lexend Medium" pitchFamily="2" charset="77"/>
                <a:cs typeface="Montserrat" panose="00000500000000000000" pitchFamily="2" charset="0"/>
              </a:rPr>
              <a:t>15 / 15</a:t>
            </a:r>
          </a:p>
        </p:txBody>
      </p:sp>
      <p:sp>
        <p:nvSpPr>
          <p:cNvPr id="8" name="Object8">
            <a:extLst>
              <a:ext uri="{FF2B5EF4-FFF2-40B4-BE49-F238E27FC236}">
                <a16:creationId xmlns:a16="http://schemas.microsoft.com/office/drawing/2014/main" id="{A84E29CF-9B66-ABF4-986B-92C6291FBCEF}"/>
              </a:ext>
            </a:extLst>
          </p:cNvPr>
          <p:cNvSpPr txBox="1"/>
          <p:nvPr/>
        </p:nvSpPr>
        <p:spPr>
          <a:xfrm>
            <a:off x="5891113" y="4851065"/>
            <a:ext cx="3047206" cy="231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defRPr/>
            </a:pPr>
            <a:r>
              <a:rPr sz="1200" kern="0">
                <a:solidFill>
                  <a:srgbClr val="0D0D0D"/>
                </a:solidFill>
                <a:latin typeface="Lexend Medium" pitchFamily="2" charset="77"/>
                <a:cs typeface="Montserrat" panose="00000500000000000000" pitchFamily="2" charset="0"/>
              </a:rPr>
              <a:t>Decrease bounce rate</a:t>
            </a:r>
          </a:p>
        </p:txBody>
      </p:sp>
      <p:sp>
        <p:nvSpPr>
          <p:cNvPr id="9" name="Object9">
            <a:extLst>
              <a:ext uri="{FF2B5EF4-FFF2-40B4-BE49-F238E27FC236}">
                <a16:creationId xmlns:a16="http://schemas.microsoft.com/office/drawing/2014/main" id="{C29F8DE1-6554-97E0-1FF7-917620841792}"/>
              </a:ext>
            </a:extLst>
          </p:cNvPr>
          <p:cNvSpPr txBox="1"/>
          <p:nvPr/>
        </p:nvSpPr>
        <p:spPr>
          <a:xfrm>
            <a:off x="9192253" y="4851065"/>
            <a:ext cx="1777537" cy="231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defRPr/>
            </a:pPr>
            <a:r>
              <a:rPr sz="1200" kern="0">
                <a:solidFill>
                  <a:srgbClr val="0D0D0D"/>
                </a:solidFill>
                <a:latin typeface="Lexend Medium" pitchFamily="2" charset="77"/>
                <a:cs typeface="Montserrat" panose="00000500000000000000" pitchFamily="2" charset="0"/>
              </a:rPr>
              <a:t>12.3% / 38%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5152395-3F07-2592-A76C-101F8F81C5FE}"/>
              </a:ext>
            </a:extLst>
          </p:cNvPr>
          <p:cNvGrpSpPr/>
          <p:nvPr/>
        </p:nvGrpSpPr>
        <p:grpSpPr>
          <a:xfrm>
            <a:off x="5891113" y="1607272"/>
            <a:ext cx="5078677" cy="379362"/>
            <a:chOff x="6475313" y="1646408"/>
            <a:chExt cx="5078677" cy="379362"/>
          </a:xfrm>
        </p:grpSpPr>
        <p:sp>
          <p:nvSpPr>
            <p:cNvPr id="12" name="Rounded Rectangle">
              <a:extLst>
                <a:ext uri="{FF2B5EF4-FFF2-40B4-BE49-F238E27FC236}">
                  <a16:creationId xmlns:a16="http://schemas.microsoft.com/office/drawing/2014/main" id="{7C13C2F9-83DC-5B29-09FE-AFDB2F0F9334}"/>
                </a:ext>
              </a:extLst>
            </p:cNvPr>
            <p:cNvSpPr/>
            <p:nvPr/>
          </p:nvSpPr>
          <p:spPr>
            <a:xfrm>
              <a:off x="6475313" y="1646408"/>
              <a:ext cx="5078677" cy="379362"/>
            </a:xfrm>
            <a:prstGeom prst="roundRect">
              <a:avLst>
                <a:gd name="adj" fmla="val 50000"/>
              </a:avLst>
            </a:prstGeom>
            <a:solidFill>
              <a:srgbClr val="C7DE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ctr" defTabSz="412667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Montserrat" panose="00000500000000000000" pitchFamily="2" charset="0"/>
                  <a:ea typeface="Montserrat" panose="00000500000000000000" pitchFamily="2" charset="0"/>
                  <a:cs typeface="Montserrat" panose="00000500000000000000" pitchFamily="2" charset="0"/>
                  <a:sym typeface="Montserrat" panose="00000500000000000000" pitchFamily="2" charset="0"/>
                </a:defRPr>
              </a:pPr>
              <a:endParaRPr kumimoji="0" sz="160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SemiBold" pitchFamily="2" charset="77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endParaRPr>
            </a:p>
          </p:txBody>
        </p:sp>
        <p:sp>
          <p:nvSpPr>
            <p:cNvPr id="13" name="Rounded Rectangle">
              <a:extLst>
                <a:ext uri="{FF2B5EF4-FFF2-40B4-BE49-F238E27FC236}">
                  <a16:creationId xmlns:a16="http://schemas.microsoft.com/office/drawing/2014/main" id="{E77507DC-C922-8E7B-B48E-690E8F2BC4E2}"/>
                </a:ext>
              </a:extLst>
            </p:cNvPr>
            <p:cNvSpPr/>
            <p:nvPr/>
          </p:nvSpPr>
          <p:spPr>
            <a:xfrm>
              <a:off x="6475313" y="1646408"/>
              <a:ext cx="3053794" cy="379362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ctr" defTabSz="412667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Montserrat" panose="00000500000000000000" pitchFamily="2" charset="0"/>
                  <a:ea typeface="Montserrat" panose="00000500000000000000" pitchFamily="2" charset="0"/>
                  <a:cs typeface="Montserrat" panose="00000500000000000000" pitchFamily="2" charset="0"/>
                  <a:sym typeface="Montserrat" panose="00000500000000000000" pitchFamily="2" charset="0"/>
                </a:defRPr>
              </a:pPr>
              <a:endParaRPr kumimoji="0" sz="160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SemiBold" pitchFamily="2" charset="77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endParaRPr>
            </a:p>
          </p:txBody>
        </p:sp>
      </p:grpSp>
      <p:sp>
        <p:nvSpPr>
          <p:cNvPr id="20" name="Object5">
            <a:extLst>
              <a:ext uri="{FF2B5EF4-FFF2-40B4-BE49-F238E27FC236}">
                <a16:creationId xmlns:a16="http://schemas.microsoft.com/office/drawing/2014/main" id="{3A362138-D002-67A6-2795-0DEFAF620EFA}"/>
              </a:ext>
            </a:extLst>
          </p:cNvPr>
          <p:cNvSpPr txBox="1"/>
          <p:nvPr/>
        </p:nvSpPr>
        <p:spPr>
          <a:xfrm>
            <a:off x="634834" y="2097742"/>
            <a:ext cx="5078678" cy="1282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25393" tIns="25393" rIns="25393" bIns="25393" anchor="ctr">
            <a:spAutoFit/>
          </a:bodyPr>
          <a:lstStyle>
            <a:defPPr>
              <a:defRPr lang="en-US"/>
            </a:defPPr>
            <a:lvl1pPr defTabSz="412667" hangingPunct="0">
              <a:defRPr sz="3999" b="1" kern="0">
                <a:solidFill>
                  <a:srgbClr val="0D0D0D"/>
                </a:solidFill>
                <a:latin typeface="Montserrat ExtraBold" pitchFamily="2" charset="77"/>
                <a:cs typeface="Montserrat" panose="00000500000000000000" pitchFamily="2" charset="0"/>
              </a:defRPr>
            </a:lvl1pPr>
          </a:lstStyle>
          <a:p>
            <a:r>
              <a:rPr b="0">
                <a:latin typeface="Lexend Medium" pitchFamily="2" charset="77"/>
                <a:sym typeface="Montserrat" panose="00000500000000000000" pitchFamily="2" charset="0"/>
              </a:rPr>
              <a:t>Adjustable bars</a:t>
            </a:r>
          </a:p>
          <a:p>
            <a:r>
              <a:rPr b="0">
                <a:latin typeface="Lexend Medium" pitchFamily="2" charset="77"/>
                <a:sym typeface="Montserrat" panose="00000500000000000000" pitchFamily="2" charset="0"/>
              </a:rPr>
              <a:t>to show </a:t>
            </a:r>
            <a:r>
              <a:rPr b="0">
                <a:solidFill>
                  <a:schemeClr val="accent4">
                    <a:lumMod val="50000"/>
                    <a:lumOff val="50000"/>
                  </a:schemeClr>
                </a:solidFill>
                <a:latin typeface="Lexend Medium" pitchFamily="2" charset="77"/>
                <a:sym typeface="Montserrat" panose="00000500000000000000" pitchFamily="2" charset="0"/>
              </a:rPr>
              <a:t>the goals</a:t>
            </a:r>
          </a:p>
        </p:txBody>
      </p:sp>
      <p:sp>
        <p:nvSpPr>
          <p:cNvPr id="21" name="Object6">
            <a:extLst>
              <a:ext uri="{FF2B5EF4-FFF2-40B4-BE49-F238E27FC236}">
                <a16:creationId xmlns:a16="http://schemas.microsoft.com/office/drawing/2014/main" id="{65415C6F-7BBA-6E9E-6855-BC1A0DD7C167}"/>
              </a:ext>
            </a:extLst>
          </p:cNvPr>
          <p:cNvSpPr txBox="1"/>
          <p:nvPr/>
        </p:nvSpPr>
        <p:spPr>
          <a:xfrm>
            <a:off x="634834" y="3498387"/>
            <a:ext cx="3670466" cy="1352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412667" hangingPunct="0">
              <a:lnSpc>
                <a:spcPct val="150000"/>
              </a:lnSpc>
              <a:defRPr/>
            </a:pP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Lorem ipsum dolor sit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amet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,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consectetuer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adipiscing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elit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. Donec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odio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.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Quisque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volutpat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orci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urnami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mattis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eros,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consectetuer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adipiscing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elit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.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Pron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orci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lacinia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elementum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enim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, vel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sollicitud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lectus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tristique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aliquet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. Nam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nec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orci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erat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.</a:t>
            </a:r>
            <a:endParaRPr sz="1200" kern="0">
              <a:solidFill>
                <a:srgbClr val="5D7699"/>
              </a:solidFill>
              <a:latin typeface="Lexend Light" pitchFamily="2" charset="77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ED38636-6036-4E69-D0D0-464EADFC8B64}"/>
              </a:ext>
            </a:extLst>
          </p:cNvPr>
          <p:cNvGrpSpPr/>
          <p:nvPr/>
        </p:nvGrpSpPr>
        <p:grpSpPr>
          <a:xfrm>
            <a:off x="5891113" y="2976806"/>
            <a:ext cx="5078677" cy="379361"/>
            <a:chOff x="6475313" y="3015942"/>
            <a:chExt cx="5078677" cy="379361"/>
          </a:xfrm>
        </p:grpSpPr>
        <p:sp>
          <p:nvSpPr>
            <p:cNvPr id="10" name="Rounded Rectangle">
              <a:extLst>
                <a:ext uri="{FF2B5EF4-FFF2-40B4-BE49-F238E27FC236}">
                  <a16:creationId xmlns:a16="http://schemas.microsoft.com/office/drawing/2014/main" id="{D2AD0D08-B0DF-FB12-0EBC-678DEBF15DF8}"/>
                </a:ext>
              </a:extLst>
            </p:cNvPr>
            <p:cNvSpPr/>
            <p:nvPr/>
          </p:nvSpPr>
          <p:spPr>
            <a:xfrm>
              <a:off x="6475313" y="3015942"/>
              <a:ext cx="5078677" cy="379361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 defTabSz="412667" hangingPunct="0">
                <a:defRPr sz="3200">
                  <a:solidFill>
                    <a:srgbClr val="FFFFFF"/>
                  </a:solidFill>
                  <a:latin typeface="Montserrat" panose="00000500000000000000" pitchFamily="2" charset="0"/>
                  <a:ea typeface="Montserrat" panose="00000500000000000000" pitchFamily="2" charset="0"/>
                  <a:cs typeface="Montserrat" panose="00000500000000000000" pitchFamily="2" charset="0"/>
                  <a:sym typeface="Montserrat" panose="00000500000000000000" pitchFamily="2" charset="0"/>
                </a:defRPr>
              </a:pPr>
              <a:endParaRPr sz="1600" kern="0" dirty="0">
                <a:solidFill>
                  <a:srgbClr val="FFFFFF"/>
                </a:solidFill>
                <a:latin typeface="Lexend SemiBold" pitchFamily="2" charset="77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endParaRPr>
            </a:p>
          </p:txBody>
        </p:sp>
        <p:sp>
          <p:nvSpPr>
            <p:cNvPr id="11" name="Rounded Rectangle">
              <a:extLst>
                <a:ext uri="{FF2B5EF4-FFF2-40B4-BE49-F238E27FC236}">
                  <a16:creationId xmlns:a16="http://schemas.microsoft.com/office/drawing/2014/main" id="{09995288-1923-9731-0CA2-AA4DE38E826B}"/>
                </a:ext>
              </a:extLst>
            </p:cNvPr>
            <p:cNvSpPr/>
            <p:nvPr/>
          </p:nvSpPr>
          <p:spPr>
            <a:xfrm>
              <a:off x="6475313" y="3015942"/>
              <a:ext cx="4398335" cy="379361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ctr" defTabSz="412667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Montserrat" panose="00000500000000000000" pitchFamily="2" charset="0"/>
                  <a:ea typeface="Montserrat" panose="00000500000000000000" pitchFamily="2" charset="0"/>
                  <a:cs typeface="Montserrat" panose="00000500000000000000" pitchFamily="2" charset="0"/>
                  <a:sym typeface="Montserrat" panose="00000500000000000000" pitchFamily="2" charset="0"/>
                </a:defRPr>
              </a:pPr>
              <a:endParaRPr kumimoji="0" sz="160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SemiBold" pitchFamily="2" charset="77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CCF9617-C971-D3DF-C83B-91E174496D09}"/>
              </a:ext>
            </a:extLst>
          </p:cNvPr>
          <p:cNvGrpSpPr/>
          <p:nvPr/>
        </p:nvGrpSpPr>
        <p:grpSpPr>
          <a:xfrm>
            <a:off x="5891113" y="4346340"/>
            <a:ext cx="5078677" cy="379362"/>
            <a:chOff x="6475313" y="4385476"/>
            <a:chExt cx="5078677" cy="379362"/>
          </a:xfrm>
        </p:grpSpPr>
        <p:sp>
          <p:nvSpPr>
            <p:cNvPr id="16" name="Rounded Rectangle">
              <a:extLst>
                <a:ext uri="{FF2B5EF4-FFF2-40B4-BE49-F238E27FC236}">
                  <a16:creationId xmlns:a16="http://schemas.microsoft.com/office/drawing/2014/main" id="{B4F2C8C2-7738-82BB-A595-748316B424DB}"/>
                </a:ext>
              </a:extLst>
            </p:cNvPr>
            <p:cNvSpPr/>
            <p:nvPr/>
          </p:nvSpPr>
          <p:spPr>
            <a:xfrm>
              <a:off x="6475313" y="4385476"/>
              <a:ext cx="5078677" cy="379362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ctr" defTabSz="412667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Montserrat" panose="00000500000000000000" pitchFamily="2" charset="0"/>
                  <a:ea typeface="Montserrat" panose="00000500000000000000" pitchFamily="2" charset="0"/>
                  <a:cs typeface="Montserrat" panose="00000500000000000000" pitchFamily="2" charset="0"/>
                  <a:sym typeface="Montserrat" panose="00000500000000000000" pitchFamily="2" charset="0"/>
                </a:defRPr>
              </a:pPr>
              <a:endParaRPr kumimoji="0" sz="160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SemiBold" pitchFamily="2" charset="77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endParaRPr>
            </a:p>
          </p:txBody>
        </p:sp>
        <p:sp>
          <p:nvSpPr>
            <p:cNvPr id="17" name="Rounded Rectangle">
              <a:extLst>
                <a:ext uri="{FF2B5EF4-FFF2-40B4-BE49-F238E27FC236}">
                  <a16:creationId xmlns:a16="http://schemas.microsoft.com/office/drawing/2014/main" id="{E6969674-9E19-F064-5A9A-784E790C8CA5}"/>
                </a:ext>
              </a:extLst>
            </p:cNvPr>
            <p:cNvSpPr/>
            <p:nvPr/>
          </p:nvSpPr>
          <p:spPr>
            <a:xfrm>
              <a:off x="6475314" y="4385476"/>
              <a:ext cx="1822000" cy="379362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ctr" defTabSz="412667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Montserrat" panose="00000500000000000000" pitchFamily="2" charset="0"/>
                  <a:ea typeface="Montserrat" panose="00000500000000000000" pitchFamily="2" charset="0"/>
                  <a:cs typeface="Montserrat" panose="00000500000000000000" pitchFamily="2" charset="0"/>
                  <a:sym typeface="Montserrat" panose="00000500000000000000" pitchFamily="2" charset="0"/>
                </a:defRPr>
              </a:pPr>
              <a:endParaRPr kumimoji="0" sz="160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SemiBold" pitchFamily="2" charset="77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9304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>
            <a:extLst>
              <a:ext uri="{FF2B5EF4-FFF2-40B4-BE49-F238E27FC236}">
                <a16:creationId xmlns:a16="http://schemas.microsoft.com/office/drawing/2014/main" id="{83A05587-5B52-5987-9B86-8A064F59A082}"/>
              </a:ext>
            </a:extLst>
          </p:cNvPr>
          <p:cNvSpPr/>
          <p:nvPr/>
        </p:nvSpPr>
        <p:spPr>
          <a:xfrm flipH="1">
            <a:off x="1019445" y="2341535"/>
            <a:ext cx="1866461" cy="1866464"/>
          </a:xfrm>
          <a:prstGeom prst="ellipse">
            <a:avLst/>
          </a:prstGeom>
          <a:ln w="228600" cap="rnd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tIns="0" bIns="0" rtlCol="0" anchor="ctr"/>
          <a:lstStyle/>
          <a:p>
            <a:pPr algn="ctr"/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B79C4CDC-6F88-6991-498B-99A008DBF896}"/>
              </a:ext>
            </a:extLst>
          </p:cNvPr>
          <p:cNvSpPr/>
          <p:nvPr/>
        </p:nvSpPr>
        <p:spPr>
          <a:xfrm flipH="1">
            <a:off x="1019445" y="2341535"/>
            <a:ext cx="1866461" cy="1866464"/>
          </a:xfrm>
          <a:prstGeom prst="arc">
            <a:avLst>
              <a:gd name="adj1" fmla="val 2616499"/>
              <a:gd name="adj2" fmla="val 16212414"/>
            </a:avLst>
          </a:prstGeom>
          <a:ln w="228600" cap="rnd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tIns="0" bIns="0" rtlCol="0" anchor="ctr"/>
          <a:lstStyle/>
          <a:p>
            <a:pPr algn="ctr"/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8CD31A2-A34A-477D-F376-54341FB1FCDA}"/>
              </a:ext>
            </a:extLst>
          </p:cNvPr>
          <p:cNvSpPr/>
          <p:nvPr/>
        </p:nvSpPr>
        <p:spPr>
          <a:xfrm flipH="1">
            <a:off x="3604689" y="2341535"/>
            <a:ext cx="1866461" cy="1866464"/>
          </a:xfrm>
          <a:prstGeom prst="ellipse">
            <a:avLst/>
          </a:prstGeom>
          <a:ln w="228600" cap="rnd">
            <a:solidFill>
              <a:schemeClr val="accent3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tIns="0" bIns="0" rtlCol="0" anchor="ctr"/>
          <a:lstStyle/>
          <a:p>
            <a:pPr algn="ctr"/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0054FD32-3FE0-E9F1-1698-AC6225E2AA48}"/>
              </a:ext>
            </a:extLst>
          </p:cNvPr>
          <p:cNvSpPr/>
          <p:nvPr/>
        </p:nvSpPr>
        <p:spPr>
          <a:xfrm flipH="1">
            <a:off x="3604689" y="2341535"/>
            <a:ext cx="1866461" cy="1866464"/>
          </a:xfrm>
          <a:prstGeom prst="arc">
            <a:avLst>
              <a:gd name="adj1" fmla="val 3066226"/>
              <a:gd name="adj2" fmla="val 16212414"/>
            </a:avLst>
          </a:prstGeom>
          <a:ln w="228600" cap="rnd">
            <a:solidFill>
              <a:schemeClr val="accent4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tIns="0" bIns="0" rtlCol="0" anchor="ctr"/>
          <a:lstStyle/>
          <a:p>
            <a:pPr algn="ctr"/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314F9B3-333A-10E3-6766-DB1F69E6118E}"/>
              </a:ext>
            </a:extLst>
          </p:cNvPr>
          <p:cNvSpPr/>
          <p:nvPr/>
        </p:nvSpPr>
        <p:spPr>
          <a:xfrm flipH="1">
            <a:off x="6189933" y="2341535"/>
            <a:ext cx="1866461" cy="1866464"/>
          </a:xfrm>
          <a:prstGeom prst="ellipse">
            <a:avLst/>
          </a:prstGeom>
          <a:ln w="228600" cap="rnd">
            <a:solidFill>
              <a:schemeClr val="accent5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tIns="0" bIns="0" rtlCol="0" anchor="ctr"/>
          <a:lstStyle/>
          <a:p>
            <a:pPr algn="ctr"/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CC5BE4A4-762B-3E0B-1F8B-A018CE9611FA}"/>
              </a:ext>
            </a:extLst>
          </p:cNvPr>
          <p:cNvSpPr/>
          <p:nvPr/>
        </p:nvSpPr>
        <p:spPr>
          <a:xfrm flipH="1">
            <a:off x="6189933" y="2341535"/>
            <a:ext cx="1866461" cy="1866464"/>
          </a:xfrm>
          <a:prstGeom prst="arc">
            <a:avLst>
              <a:gd name="adj1" fmla="val 8130728"/>
              <a:gd name="adj2" fmla="val 16212414"/>
            </a:avLst>
          </a:prstGeom>
          <a:ln w="228600" cap="rnd"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tIns="0" bIns="0" rtlCol="0" anchor="ctr"/>
          <a:lstStyle/>
          <a:p>
            <a:pPr algn="ctr"/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E215D08-11A6-DFD0-DDA9-A65D42D91AAE}"/>
              </a:ext>
            </a:extLst>
          </p:cNvPr>
          <p:cNvSpPr/>
          <p:nvPr/>
        </p:nvSpPr>
        <p:spPr>
          <a:xfrm flipH="1">
            <a:off x="8775177" y="2341535"/>
            <a:ext cx="1866461" cy="1866464"/>
          </a:xfrm>
          <a:prstGeom prst="ellipse">
            <a:avLst/>
          </a:prstGeom>
          <a:ln w="228600" cap="rnd"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tIns="0" bIns="0" rtlCol="0" anchor="ctr"/>
          <a:lstStyle/>
          <a:p>
            <a:pPr algn="ctr"/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8B7735EE-FDA9-5462-EFD7-BA6A9A506BFE}"/>
              </a:ext>
            </a:extLst>
          </p:cNvPr>
          <p:cNvSpPr/>
          <p:nvPr/>
        </p:nvSpPr>
        <p:spPr>
          <a:xfrm flipH="1">
            <a:off x="8775177" y="2341535"/>
            <a:ext cx="1866461" cy="1866464"/>
          </a:xfrm>
          <a:prstGeom prst="arc">
            <a:avLst>
              <a:gd name="adj1" fmla="val 18944938"/>
              <a:gd name="adj2" fmla="val 16212414"/>
            </a:avLst>
          </a:prstGeom>
          <a:ln w="228600" cap="rnd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tIns="0" bIns="0" rtlCol="0" anchor="ctr"/>
          <a:lstStyle/>
          <a:p>
            <a:pPr algn="ctr"/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3128E9F-B737-50DB-8D2D-21D288F790C4}"/>
              </a:ext>
            </a:extLst>
          </p:cNvPr>
          <p:cNvSpPr txBox="1">
            <a:spLocks/>
          </p:cNvSpPr>
          <p:nvPr/>
        </p:nvSpPr>
        <p:spPr>
          <a:xfrm>
            <a:off x="3800556" y="2844467"/>
            <a:ext cx="1474726" cy="93027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Montserrat" panose="00000500000000000000" pitchFamily="2" charset="0"/>
              <a:buNone/>
              <a:defRPr sz="3600" b="0" i="0" kern="1200" spc="-20" baseline="0">
                <a:solidFill>
                  <a:schemeClr val="tx1"/>
                </a:solidFill>
                <a:latin typeface="Montserrat" pitchFamily="2" charset="77"/>
                <a:ea typeface="Montserrat" panose="00000500000000000000" pitchFamily="2" charset="0"/>
                <a:cs typeface="Montserrat" panose="00000500000000000000" pitchFamily="2" charset="0"/>
              </a:defRPr>
            </a:lvl1pPr>
            <a:lvl2pPr marL="6858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Lexend Medium" pitchFamily="2" charset="77"/>
              </a:rPr>
              <a:t>64%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FAD0EB-12B8-5921-05F2-BCE48FEE2F43}"/>
              </a:ext>
            </a:extLst>
          </p:cNvPr>
          <p:cNvSpPr txBox="1">
            <a:spLocks/>
          </p:cNvSpPr>
          <p:nvPr/>
        </p:nvSpPr>
        <p:spPr>
          <a:xfrm>
            <a:off x="1215312" y="2844467"/>
            <a:ext cx="1474726" cy="93027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Montserrat" panose="00000500000000000000" pitchFamily="2" charset="0"/>
              <a:buNone/>
              <a:defRPr sz="3600" b="0" i="0" kern="1200" spc="-20" baseline="0">
                <a:solidFill>
                  <a:schemeClr val="tx1"/>
                </a:solidFill>
                <a:latin typeface="Montserrat" pitchFamily="2" charset="77"/>
                <a:ea typeface="Montserrat" panose="00000500000000000000" pitchFamily="2" charset="0"/>
                <a:cs typeface="Montserrat" panose="00000500000000000000" pitchFamily="2" charset="0"/>
              </a:defRPr>
            </a:lvl1pPr>
            <a:lvl2pPr marL="6858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Lexend Medium" pitchFamily="2" charset="77"/>
              </a:rPr>
              <a:t>76%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C54D3ACA-3A3E-0129-D73A-D9168DC4BDFF}"/>
              </a:ext>
            </a:extLst>
          </p:cNvPr>
          <p:cNvSpPr txBox="1">
            <a:spLocks/>
          </p:cNvSpPr>
          <p:nvPr/>
        </p:nvSpPr>
        <p:spPr>
          <a:xfrm>
            <a:off x="6385800" y="2844467"/>
            <a:ext cx="1474726" cy="93027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Montserrat" panose="00000500000000000000" pitchFamily="2" charset="0"/>
              <a:buNone/>
              <a:defRPr sz="3600" b="0" i="0" kern="1200" spc="-20" baseline="0">
                <a:solidFill>
                  <a:schemeClr val="tx1"/>
                </a:solidFill>
                <a:latin typeface="Montserrat" pitchFamily="2" charset="77"/>
                <a:ea typeface="Montserrat" panose="00000500000000000000" pitchFamily="2" charset="0"/>
                <a:cs typeface="Montserrat" panose="00000500000000000000" pitchFamily="2" charset="0"/>
              </a:defRPr>
            </a:lvl1pPr>
            <a:lvl2pPr marL="6858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Lexend Medium" pitchFamily="2" charset="77"/>
              </a:rPr>
              <a:t>30%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C6CDB741-9728-B813-088C-BC2DD351D1A4}"/>
              </a:ext>
            </a:extLst>
          </p:cNvPr>
          <p:cNvSpPr txBox="1">
            <a:spLocks/>
          </p:cNvSpPr>
          <p:nvPr/>
        </p:nvSpPr>
        <p:spPr>
          <a:xfrm>
            <a:off x="8971044" y="2844467"/>
            <a:ext cx="1474726" cy="93027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Montserrat" panose="00000500000000000000" pitchFamily="2" charset="0"/>
              <a:buNone/>
              <a:defRPr sz="3600" b="0" i="0" kern="1200" spc="-20" baseline="0">
                <a:solidFill>
                  <a:schemeClr val="tx1"/>
                </a:solidFill>
                <a:latin typeface="Montserrat" pitchFamily="2" charset="77"/>
                <a:ea typeface="Montserrat" panose="00000500000000000000" pitchFamily="2" charset="0"/>
                <a:cs typeface="Montserrat" panose="00000500000000000000" pitchFamily="2" charset="0"/>
              </a:defRPr>
            </a:lvl1pPr>
            <a:lvl2pPr marL="6858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Lexend Medium" pitchFamily="2" charset="77"/>
              </a:rPr>
              <a:t>84%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114DD-556F-1AE2-A6D1-3AAF331782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DF6FD9-9379-05DC-0457-6918F6C59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nl-NL"/>
          </a:p>
        </p:txBody>
      </p:sp>
      <p:sp>
        <p:nvSpPr>
          <p:cNvPr id="31" name="Make it clear">
            <a:extLst>
              <a:ext uri="{FF2B5EF4-FFF2-40B4-BE49-F238E27FC236}">
                <a16:creationId xmlns:a16="http://schemas.microsoft.com/office/drawing/2014/main" id="{A88D4F35-EEE1-A741-553C-F1062D721AD4}"/>
              </a:ext>
            </a:extLst>
          </p:cNvPr>
          <p:cNvSpPr txBox="1"/>
          <p:nvPr/>
        </p:nvSpPr>
        <p:spPr>
          <a:xfrm>
            <a:off x="825284" y="4527961"/>
            <a:ext cx="2228270" cy="605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25393" tIns="25393" rIns="25393" bIns="25393">
            <a:spAutoFit/>
          </a:bodyPr>
          <a:lstStyle>
            <a:lvl1pPr>
              <a:lnSpc>
                <a:spcPct val="130000"/>
              </a:lnSpc>
              <a:defRPr sz="3600"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sz="1800">
                <a:latin typeface="Lexend Medium" pitchFamily="2" charset="77"/>
                <a:cs typeface="Montserrat" panose="00000500000000000000" pitchFamily="2" charset="0"/>
              </a:rPr>
              <a:t>Insert column title here</a:t>
            </a:r>
            <a:endParaRPr sz="1800">
              <a:latin typeface="Lexend Medium" pitchFamily="2" charset="77"/>
              <a:cs typeface="Montserrat" panose="00000500000000000000" pitchFamily="2" charset="0"/>
            </a:endParaRPr>
          </a:p>
        </p:txBody>
      </p:sp>
      <p:sp>
        <p:nvSpPr>
          <p:cNvPr id="32" name="Write here a few lines of text where you describe your first value">
            <a:extLst>
              <a:ext uri="{FF2B5EF4-FFF2-40B4-BE49-F238E27FC236}">
                <a16:creationId xmlns:a16="http://schemas.microsoft.com/office/drawing/2014/main" id="{EE13D016-8573-F58C-ED9A-C055DA8915CD}"/>
              </a:ext>
            </a:extLst>
          </p:cNvPr>
          <p:cNvSpPr txBox="1"/>
          <p:nvPr/>
        </p:nvSpPr>
        <p:spPr>
          <a:xfrm>
            <a:off x="825284" y="5218027"/>
            <a:ext cx="2228270" cy="698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25393" tIns="25393" rIns="25393" bIns="25393">
            <a:spAutoFit/>
          </a:bodyPr>
          <a:lstStyle>
            <a:lvl1pPr>
              <a:lnSpc>
                <a:spcPct val="140000"/>
              </a:lnSpc>
              <a:defRPr sz="1600"/>
            </a:lvl1pPr>
          </a:lstStyle>
          <a:p>
            <a:pPr>
              <a:lnSpc>
                <a:spcPct val="120000"/>
              </a:lnSpc>
              <a:defRPr/>
            </a:pPr>
            <a:r>
              <a:rPr sz="1200">
                <a:solidFill>
                  <a:schemeClr val="tx2"/>
                </a:solidFill>
                <a:latin typeface="Lexend Light" pitchFamily="2" charset="77"/>
              </a:rPr>
              <a:t>Write here a few lines of text where you describe your first value</a:t>
            </a:r>
            <a:endParaRPr lang="en-US" sz="1200">
              <a:solidFill>
                <a:schemeClr val="tx2"/>
              </a:solidFill>
              <a:latin typeface="Lexend Light" pitchFamily="2" charset="77"/>
            </a:endParaRPr>
          </a:p>
        </p:txBody>
      </p:sp>
      <p:sp>
        <p:nvSpPr>
          <p:cNvPr id="33" name="Make it clear">
            <a:extLst>
              <a:ext uri="{FF2B5EF4-FFF2-40B4-BE49-F238E27FC236}">
                <a16:creationId xmlns:a16="http://schemas.microsoft.com/office/drawing/2014/main" id="{01154F9A-FD8A-2D42-74EF-3E4F56D94D35}"/>
              </a:ext>
            </a:extLst>
          </p:cNvPr>
          <p:cNvSpPr txBox="1"/>
          <p:nvPr/>
        </p:nvSpPr>
        <p:spPr>
          <a:xfrm>
            <a:off x="3546450" y="4527961"/>
            <a:ext cx="2228270" cy="605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25393" tIns="25393" rIns="25393" bIns="25393">
            <a:spAutoFit/>
          </a:bodyPr>
          <a:lstStyle>
            <a:lvl1pPr>
              <a:lnSpc>
                <a:spcPct val="130000"/>
              </a:lnSpc>
              <a:defRPr sz="3600"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sz="1800">
                <a:latin typeface="Lexend Medium" pitchFamily="2" charset="77"/>
                <a:cs typeface="Montserrat" panose="00000500000000000000" pitchFamily="2" charset="0"/>
              </a:rPr>
              <a:t>Insert column title here</a:t>
            </a:r>
            <a:endParaRPr sz="1800">
              <a:latin typeface="Lexend Medium" pitchFamily="2" charset="77"/>
              <a:cs typeface="Montserrat" panose="00000500000000000000" pitchFamily="2" charset="0"/>
            </a:endParaRPr>
          </a:p>
        </p:txBody>
      </p:sp>
      <p:sp>
        <p:nvSpPr>
          <p:cNvPr id="34" name="Write here a few lines of text where you describe your first value">
            <a:extLst>
              <a:ext uri="{FF2B5EF4-FFF2-40B4-BE49-F238E27FC236}">
                <a16:creationId xmlns:a16="http://schemas.microsoft.com/office/drawing/2014/main" id="{D3889FA4-DEA0-64ED-FA61-512F400286F4}"/>
              </a:ext>
            </a:extLst>
          </p:cNvPr>
          <p:cNvSpPr txBox="1"/>
          <p:nvPr/>
        </p:nvSpPr>
        <p:spPr>
          <a:xfrm>
            <a:off x="3546450" y="5218027"/>
            <a:ext cx="2228270" cy="698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25393" tIns="25393" rIns="25393" bIns="25393">
            <a:spAutoFit/>
          </a:bodyPr>
          <a:lstStyle>
            <a:lvl1pPr>
              <a:lnSpc>
                <a:spcPct val="140000"/>
              </a:lnSpc>
              <a:defRPr sz="1600"/>
            </a:lvl1pPr>
          </a:lstStyle>
          <a:p>
            <a:pPr>
              <a:lnSpc>
                <a:spcPct val="120000"/>
              </a:lnSpc>
              <a:defRPr/>
            </a:pPr>
            <a:r>
              <a:rPr sz="1200">
                <a:solidFill>
                  <a:schemeClr val="tx2"/>
                </a:solidFill>
                <a:latin typeface="Lexend Light" pitchFamily="2" charset="77"/>
              </a:rPr>
              <a:t>Write here a few lines of text where you describe your first value</a:t>
            </a:r>
            <a:endParaRPr lang="en-US" sz="1200">
              <a:solidFill>
                <a:schemeClr val="tx2"/>
              </a:solidFill>
              <a:latin typeface="Lexend Light" pitchFamily="2" charset="77"/>
            </a:endParaRPr>
          </a:p>
        </p:txBody>
      </p:sp>
      <p:sp>
        <p:nvSpPr>
          <p:cNvPr id="35" name="Make it clear">
            <a:extLst>
              <a:ext uri="{FF2B5EF4-FFF2-40B4-BE49-F238E27FC236}">
                <a16:creationId xmlns:a16="http://schemas.microsoft.com/office/drawing/2014/main" id="{8C607324-13EF-A73B-68CC-E929AD817C86}"/>
              </a:ext>
            </a:extLst>
          </p:cNvPr>
          <p:cNvSpPr txBox="1"/>
          <p:nvPr/>
        </p:nvSpPr>
        <p:spPr>
          <a:xfrm>
            <a:off x="6157448" y="4527961"/>
            <a:ext cx="2228270" cy="605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25393" tIns="25393" rIns="25393" bIns="25393">
            <a:spAutoFit/>
          </a:bodyPr>
          <a:lstStyle>
            <a:lvl1pPr>
              <a:lnSpc>
                <a:spcPct val="130000"/>
              </a:lnSpc>
              <a:defRPr sz="3600"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sz="1800">
                <a:latin typeface="Lexend Medium" pitchFamily="2" charset="77"/>
                <a:cs typeface="Montserrat" panose="00000500000000000000" pitchFamily="2" charset="0"/>
              </a:rPr>
              <a:t>Insert column title here</a:t>
            </a:r>
            <a:endParaRPr sz="1800">
              <a:latin typeface="Lexend Medium" pitchFamily="2" charset="77"/>
              <a:cs typeface="Montserrat" panose="00000500000000000000" pitchFamily="2" charset="0"/>
            </a:endParaRPr>
          </a:p>
        </p:txBody>
      </p:sp>
      <p:sp>
        <p:nvSpPr>
          <p:cNvPr id="36" name="Write here a few lines of text where you describe your first value">
            <a:extLst>
              <a:ext uri="{FF2B5EF4-FFF2-40B4-BE49-F238E27FC236}">
                <a16:creationId xmlns:a16="http://schemas.microsoft.com/office/drawing/2014/main" id="{1200B51E-97ED-CFFB-0E59-4E2D047F12AC}"/>
              </a:ext>
            </a:extLst>
          </p:cNvPr>
          <p:cNvSpPr txBox="1"/>
          <p:nvPr/>
        </p:nvSpPr>
        <p:spPr>
          <a:xfrm>
            <a:off x="6157448" y="5218027"/>
            <a:ext cx="2228270" cy="698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25393" tIns="25393" rIns="25393" bIns="25393">
            <a:spAutoFit/>
          </a:bodyPr>
          <a:lstStyle>
            <a:lvl1pPr>
              <a:lnSpc>
                <a:spcPct val="140000"/>
              </a:lnSpc>
              <a:defRPr sz="1600"/>
            </a:lvl1pPr>
          </a:lstStyle>
          <a:p>
            <a:pPr>
              <a:lnSpc>
                <a:spcPct val="120000"/>
              </a:lnSpc>
              <a:defRPr/>
            </a:pPr>
            <a:r>
              <a:rPr sz="1200">
                <a:solidFill>
                  <a:schemeClr val="tx2"/>
                </a:solidFill>
                <a:latin typeface="Lexend Light" pitchFamily="2" charset="77"/>
              </a:rPr>
              <a:t>Write here a few lines of text where you describe your first value</a:t>
            </a:r>
            <a:endParaRPr lang="en-US" sz="1200">
              <a:solidFill>
                <a:schemeClr val="tx2"/>
              </a:solidFill>
              <a:latin typeface="Lexend Light" pitchFamily="2" charset="77"/>
            </a:endParaRPr>
          </a:p>
        </p:txBody>
      </p:sp>
      <p:sp>
        <p:nvSpPr>
          <p:cNvPr id="37" name="Make it clear">
            <a:extLst>
              <a:ext uri="{FF2B5EF4-FFF2-40B4-BE49-F238E27FC236}">
                <a16:creationId xmlns:a16="http://schemas.microsoft.com/office/drawing/2014/main" id="{0E3BB1AB-2B70-318C-8258-96EF70395D31}"/>
              </a:ext>
            </a:extLst>
          </p:cNvPr>
          <p:cNvSpPr txBox="1"/>
          <p:nvPr/>
        </p:nvSpPr>
        <p:spPr>
          <a:xfrm>
            <a:off x="8790479" y="4527961"/>
            <a:ext cx="2228270" cy="605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25393" tIns="25393" rIns="25393" bIns="25393">
            <a:spAutoFit/>
          </a:bodyPr>
          <a:lstStyle>
            <a:lvl1pPr>
              <a:lnSpc>
                <a:spcPct val="130000"/>
              </a:lnSpc>
              <a:defRPr sz="3600"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sz="1800">
                <a:latin typeface="Lexend Medium" pitchFamily="2" charset="77"/>
                <a:cs typeface="Montserrat" panose="00000500000000000000" pitchFamily="2" charset="0"/>
              </a:rPr>
              <a:t>Insert column title here</a:t>
            </a:r>
            <a:endParaRPr sz="1800">
              <a:latin typeface="Lexend Medium" pitchFamily="2" charset="77"/>
              <a:cs typeface="Montserrat" panose="00000500000000000000" pitchFamily="2" charset="0"/>
            </a:endParaRPr>
          </a:p>
        </p:txBody>
      </p:sp>
      <p:sp>
        <p:nvSpPr>
          <p:cNvPr id="38" name="Write here a few lines of text where you describe your first value">
            <a:extLst>
              <a:ext uri="{FF2B5EF4-FFF2-40B4-BE49-F238E27FC236}">
                <a16:creationId xmlns:a16="http://schemas.microsoft.com/office/drawing/2014/main" id="{8E2F6C7B-3E04-D583-2AA5-A85028C74439}"/>
              </a:ext>
            </a:extLst>
          </p:cNvPr>
          <p:cNvSpPr txBox="1"/>
          <p:nvPr/>
        </p:nvSpPr>
        <p:spPr>
          <a:xfrm>
            <a:off x="8790479" y="5218027"/>
            <a:ext cx="2228270" cy="698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25393" tIns="25393" rIns="25393" bIns="25393">
            <a:spAutoFit/>
          </a:bodyPr>
          <a:lstStyle>
            <a:lvl1pPr>
              <a:lnSpc>
                <a:spcPct val="140000"/>
              </a:lnSpc>
              <a:defRPr sz="1600"/>
            </a:lvl1pPr>
          </a:lstStyle>
          <a:p>
            <a:pPr>
              <a:lnSpc>
                <a:spcPct val="120000"/>
              </a:lnSpc>
              <a:defRPr/>
            </a:pPr>
            <a:r>
              <a:rPr sz="1200">
                <a:solidFill>
                  <a:schemeClr val="tx2"/>
                </a:solidFill>
                <a:latin typeface="Lexend Light" pitchFamily="2" charset="77"/>
              </a:rPr>
              <a:t>Write here a few lines of text where you describe your first value</a:t>
            </a:r>
            <a:endParaRPr lang="en-US" sz="1200">
              <a:solidFill>
                <a:schemeClr val="tx2"/>
              </a:solidFill>
              <a:latin typeface="Lexend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4544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estor Presentation">
            <a:extLst>
              <a:ext uri="{FF2B5EF4-FFF2-40B4-BE49-F238E27FC236}">
                <a16:creationId xmlns:a16="http://schemas.microsoft.com/office/drawing/2014/main" id="{DC2577AF-E4DD-2809-31E5-A62687CBCD6A}"/>
              </a:ext>
            </a:extLst>
          </p:cNvPr>
          <p:cNvSpPr txBox="1"/>
          <p:nvPr/>
        </p:nvSpPr>
        <p:spPr>
          <a:xfrm>
            <a:off x="634834" y="735305"/>
            <a:ext cx="10919156" cy="2512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 anchor="t">
            <a:spAutoFit/>
          </a:bodyPr>
          <a:lstStyle>
            <a:lvl1pPr>
              <a:lnSpc>
                <a:spcPct val="100000"/>
              </a:lnSpc>
              <a:defRPr sz="160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>
              <a:defRPr/>
            </a:pPr>
            <a:r>
              <a:rPr lang="en-US" sz="7998" dirty="0">
                <a:solidFill>
                  <a:schemeClr val="tx1"/>
                </a:solidFill>
                <a:latin typeface="Lexend SemiBold" pitchFamily="2" charset="77"/>
                <a:cs typeface="Montserrat" panose="00000500000000000000" pitchFamily="2" charset="0"/>
              </a:rPr>
              <a:t>Short title</a:t>
            </a:r>
          </a:p>
          <a:p>
            <a:pPr>
              <a:defRPr/>
            </a:pPr>
            <a:r>
              <a:rPr lang="en-US" sz="7998" dirty="0">
                <a:solidFill>
                  <a:schemeClr val="tx1"/>
                </a:solidFill>
                <a:latin typeface="Lexend SemiBold" pitchFamily="2" charset="77"/>
                <a:cs typeface="Montserrat" panose="00000500000000000000" pitchFamily="2" charset="0"/>
              </a:rPr>
              <a:t>Section Divider</a:t>
            </a:r>
          </a:p>
        </p:txBody>
      </p:sp>
      <p:sp>
        <p:nvSpPr>
          <p:cNvPr id="7" name="Rounded Rectangle">
            <a:extLst>
              <a:ext uri="{FF2B5EF4-FFF2-40B4-BE49-F238E27FC236}">
                <a16:creationId xmlns:a16="http://schemas.microsoft.com/office/drawing/2014/main" id="{82CF3A96-CFFF-7E34-3879-4CADE1B4C3F2}"/>
              </a:ext>
            </a:extLst>
          </p:cNvPr>
          <p:cNvSpPr/>
          <p:nvPr/>
        </p:nvSpPr>
        <p:spPr>
          <a:xfrm>
            <a:off x="629746" y="5856872"/>
            <a:ext cx="1773699" cy="37220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wrap="none" lIns="365760" tIns="54864" rIns="365760" bIns="54864" anchor="t" anchorCtr="0">
            <a:spAutoFit/>
          </a:bodyPr>
          <a:lstStyle/>
          <a:p>
            <a:pPr algn="ctr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r>
              <a:rPr kumimoji="0" lang="en-US" sz="10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Topic or Label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F604F87-6C46-BEB3-5984-FC72EE59BF6F}"/>
              </a:ext>
            </a:extLst>
          </p:cNvPr>
          <p:cNvGrpSpPr/>
          <p:nvPr/>
        </p:nvGrpSpPr>
        <p:grpSpPr>
          <a:xfrm>
            <a:off x="2589191" y="5895220"/>
            <a:ext cx="3874593" cy="295506"/>
            <a:chOff x="2296114" y="5895220"/>
            <a:chExt cx="3874593" cy="295506"/>
          </a:xfrm>
        </p:grpSpPr>
        <p:sp>
          <p:nvSpPr>
            <p:cNvPr id="8" name="Vlad Muslakov">
              <a:extLst>
                <a:ext uri="{FF2B5EF4-FFF2-40B4-BE49-F238E27FC236}">
                  <a16:creationId xmlns:a16="http://schemas.microsoft.com/office/drawing/2014/main" id="{62EF22AA-1439-8F16-290C-2C93F89A3B23}"/>
                </a:ext>
              </a:extLst>
            </p:cNvPr>
            <p:cNvSpPr txBox="1"/>
            <p:nvPr/>
          </p:nvSpPr>
          <p:spPr>
            <a:xfrm>
              <a:off x="2647375" y="5897200"/>
              <a:ext cx="3523332" cy="24454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40000"/>
                </a:lnSpc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>
                <a:defRPr/>
              </a:pPr>
              <a:r>
                <a:rPr lang="en-US" sz="1000" dirty="0">
                  <a:solidFill>
                    <a:schemeClr val="accent3">
                      <a:lumMod val="40000"/>
                      <a:lumOff val="60000"/>
                    </a:schemeClr>
                  </a:solidFill>
                  <a:latin typeface="Lexend SemiBold" pitchFamily="2" charset="77"/>
                  <a:cs typeface="Montserrat" panose="00000500000000000000" pitchFamily="2" charset="0"/>
                </a:rPr>
                <a:t>Section speaker name</a:t>
              </a:r>
              <a:endParaRPr sz="1000" dirty="0">
                <a:solidFill>
                  <a:schemeClr val="accent3">
                    <a:lumMod val="40000"/>
                    <a:lumOff val="60000"/>
                  </a:schemeClr>
                </a:solidFill>
                <a:latin typeface="Lexend SemiBold" pitchFamily="2" charset="77"/>
                <a:cs typeface="Montserrat" panose="00000500000000000000" pitchFamily="2" charset="0"/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49E1154-C719-F3BB-9952-C94A1F8280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96114" y="5895220"/>
              <a:ext cx="295506" cy="2955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1297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348</Words>
  <Application>Microsoft Office PowerPoint</Application>
  <PresentationFormat>Widescreen</PresentationFormat>
  <Paragraphs>84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Lexend Light</vt:lpstr>
      <vt:lpstr>Lexend Medium</vt:lpstr>
      <vt:lpstr>Lexend SemiBold</vt:lpstr>
      <vt:lpstr>Office Theme</vt:lpstr>
      <vt:lpstr>Insert a Short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Verkuijlen,Bram A.G.M.</dc:creator>
  <cp:lastModifiedBy>Verkuijlen,Bram A.G.M.</cp:lastModifiedBy>
  <cp:revision>1</cp:revision>
  <dcterms:created xsi:type="dcterms:W3CDTF">2025-09-26T11:13:52Z</dcterms:created>
  <dcterms:modified xsi:type="dcterms:W3CDTF">2025-09-26T11:21:32Z</dcterms:modified>
</cp:coreProperties>
</file>