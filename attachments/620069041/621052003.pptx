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Override1.xml" ContentType="application/vnd.openxmlformats-officedocument.themeOverr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2.xml" ContentType="application/vnd.openxmlformats-officedocument.themeOverr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2" r:id="rId6"/>
  </p:sldMasterIdLst>
  <p:notesMasterIdLst>
    <p:notesMasterId r:id="rId22"/>
  </p:notesMasterIdLst>
  <p:sldIdLst>
    <p:sldId id="2147474122" r:id="rId7"/>
    <p:sldId id="2147474136" r:id="rId8"/>
    <p:sldId id="2147473920" r:id="rId9"/>
    <p:sldId id="2147474138" r:id="rId10"/>
    <p:sldId id="2147473648" r:id="rId11"/>
    <p:sldId id="2147474125" r:id="rId12"/>
    <p:sldId id="2147474139" r:id="rId13"/>
    <p:sldId id="2147474140" r:id="rId14"/>
    <p:sldId id="2147474141" r:id="rId15"/>
    <p:sldId id="2147474142" r:id="rId16"/>
    <p:sldId id="2147474143" r:id="rId17"/>
    <p:sldId id="2147474144" r:id="rId18"/>
    <p:sldId id="2147473895" r:id="rId19"/>
    <p:sldId id="2147473904" r:id="rId20"/>
    <p:sldId id="2147474007" r:id="rId21"/>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D4B4C8-6056-39B2-EF67-FA682160A939}" name="Bram Verkuijlen" initials="BV" userId="S::Bram.Verkuijlen@amexiogroup.com::acf0c775-48c9-4a0f-bfad-3aeb65e5bb6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123DD6-6EA4-463B-BCCF-0F74B27662AA}" v="48" dt="2025-11-12T10:12:58.165"/>
  </p1510:revLst>
</p1510:revInfo>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6359" autoAdjust="0"/>
  </p:normalViewPr>
  <p:slideViewPr>
    <p:cSldViewPr snapToGrid="0">
      <p:cViewPr varScale="1">
        <p:scale>
          <a:sx n="41" d="100"/>
          <a:sy n="41" d="100"/>
        </p:scale>
        <p:origin x="2261"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65B01-4606-40AC-93E3-AD2387E162FF}" type="datetimeFigureOut">
              <a:rPr lang="en-NL" smtClean="0"/>
              <a:t>12/11/2025</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69790-A626-4BEA-BF0F-DDF08C24D8D0}" type="slidenum">
              <a:rPr lang="en-NL" smtClean="0"/>
              <a:t>‹#›</a:t>
            </a:fld>
            <a:endParaRPr lang="en-NL"/>
          </a:p>
        </p:txBody>
      </p:sp>
    </p:spTree>
    <p:extLst>
      <p:ext uri="{BB962C8B-B14F-4D97-AF65-F5344CB8AC3E}">
        <p14:creationId xmlns:p14="http://schemas.microsoft.com/office/powerpoint/2010/main" val="626670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1BDF96-D5CA-4A74-A36D-818AC70E8BDD}" type="slidenum">
              <a:rPr lang="en-US" smtClean="0"/>
              <a:pPr/>
              <a:t>1</a:t>
            </a:fld>
            <a:endParaRPr lang="en-US"/>
          </a:p>
        </p:txBody>
      </p:sp>
      <p:sp>
        <p:nvSpPr>
          <p:cNvPr id="5" name="Date Placeholder 4">
            <a:extLst>
              <a:ext uri="{FF2B5EF4-FFF2-40B4-BE49-F238E27FC236}">
                <a16:creationId xmlns:a16="http://schemas.microsoft.com/office/drawing/2014/main" id="{7300098C-8744-4235-CCDC-D177C4E75AE4}"/>
              </a:ext>
            </a:extLst>
          </p:cNvPr>
          <p:cNvSpPr>
            <a:spLocks noGrp="1"/>
          </p:cNvSpPr>
          <p:nvPr>
            <p:ph type="dt" idx="1"/>
          </p:nvPr>
        </p:nvSpPr>
        <p:spPr/>
        <p:txBody>
          <a:bodyPr/>
          <a:lstStyle/>
          <a:p>
            <a:fld id="{64BCB922-72D5-234C-8D93-FB6B96B41EAE}" type="datetime1">
              <a:rPr lang="en-US" smtClean="0"/>
              <a:t>11/12/2025</a:t>
            </a:fld>
            <a:endParaRPr lang="en-US" dirty="0"/>
          </a:p>
        </p:txBody>
      </p:sp>
    </p:spTree>
    <p:extLst>
      <p:ext uri="{BB962C8B-B14F-4D97-AF65-F5344CB8AC3E}">
        <p14:creationId xmlns:p14="http://schemas.microsoft.com/office/powerpoint/2010/main" val="999042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1BDF96-D5CA-4A74-A36D-818AC70E8BDD}" type="slidenum">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
        <p:nvSpPr>
          <p:cNvPr id="5" name="Date Placeholder 4">
            <a:extLst>
              <a:ext uri="{FF2B5EF4-FFF2-40B4-BE49-F238E27FC236}">
                <a16:creationId xmlns:a16="http://schemas.microsoft.com/office/drawing/2014/main" id="{B6F22ECB-74EE-56A5-2940-069CF4320136}"/>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61305A-1E83-EC46-98FE-CF49AB05A82D}" type="datetime1">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11/12/2025</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Tree>
    <p:extLst>
      <p:ext uri="{BB962C8B-B14F-4D97-AF65-F5344CB8AC3E}">
        <p14:creationId xmlns:p14="http://schemas.microsoft.com/office/powerpoint/2010/main" val="3829546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nl-NL" dirty="0" err="1"/>
              <a:t>Admin</a:t>
            </a:r>
            <a:r>
              <a:rPr lang="nl-NL" dirty="0"/>
              <a:t> log opties</a:t>
            </a:r>
          </a:p>
          <a:p>
            <a:pPr marL="628650" lvl="1" indent="-171450">
              <a:buFont typeface="Arial" panose="020B0604020202020204" pitchFamily="34" charset="0"/>
              <a:buChar char="•"/>
            </a:pPr>
            <a:r>
              <a:rPr lang="nl-NL" dirty="0"/>
              <a:t>OTCM heeft in het </a:t>
            </a:r>
            <a:r>
              <a:rPr lang="nl-NL" dirty="0" err="1"/>
              <a:t>admin</a:t>
            </a:r>
            <a:r>
              <a:rPr lang="nl-NL" dirty="0"/>
              <a:t>-paneel meerdere log opties voor verschillende delen van de applicatie, een aantal voorbeelden hiervan zijn:</a:t>
            </a:r>
          </a:p>
          <a:p>
            <a:pPr marL="1085850" lvl="2" indent="-171450">
              <a:buFont typeface="Arial" panose="020B0604020202020204" pitchFamily="34" charset="0"/>
              <a:buChar char="•"/>
            </a:pPr>
            <a:r>
              <a:rPr lang="nl-NL" b="1" dirty="0"/>
              <a:t>Thread Summary Timing Logs – </a:t>
            </a:r>
            <a:r>
              <a:rPr lang="nl-NL" b="0" dirty="0"/>
              <a:t>thread details en </a:t>
            </a:r>
            <a:r>
              <a:rPr lang="nl-NL" b="0" dirty="0" err="1"/>
              <a:t>timings</a:t>
            </a:r>
            <a:endParaRPr lang="nl-NL" b="0" dirty="0"/>
          </a:p>
          <a:p>
            <a:pPr marL="1085850" lvl="2" indent="-171450">
              <a:buFont typeface="Arial" panose="020B0604020202020204" pitchFamily="34" charset="0"/>
              <a:buChar char="•"/>
            </a:pPr>
            <a:r>
              <a:rPr lang="nl-NL" b="1" dirty="0"/>
              <a:t>Security Logs – </a:t>
            </a:r>
            <a:r>
              <a:rPr lang="nl-NL" b="0" dirty="0"/>
              <a:t>User access, authenticatie</a:t>
            </a:r>
          </a:p>
          <a:p>
            <a:pPr marL="1085850" lvl="2" indent="-171450">
              <a:buFont typeface="Arial" panose="020B0604020202020204" pitchFamily="34" charset="0"/>
              <a:buChar char="•"/>
            </a:pPr>
            <a:r>
              <a:rPr lang="nl-NL" b="1" dirty="0"/>
              <a:t>Web Server Client Timing Logs – </a:t>
            </a:r>
            <a:r>
              <a:rPr lang="nl-NL" b="0" dirty="0" err="1"/>
              <a:t>request</a:t>
            </a:r>
            <a:r>
              <a:rPr lang="nl-NL" b="0" dirty="0"/>
              <a:t> </a:t>
            </a:r>
            <a:r>
              <a:rPr lang="nl-NL" b="0" dirty="0" err="1"/>
              <a:t>timings</a:t>
            </a:r>
            <a:r>
              <a:rPr lang="nl-NL" b="0" dirty="0"/>
              <a:t> en SQL </a:t>
            </a:r>
            <a:r>
              <a:rPr lang="nl-NL" b="0" dirty="0" err="1"/>
              <a:t>timings</a:t>
            </a:r>
            <a:endParaRPr lang="nl-NL" b="0" dirty="0"/>
          </a:p>
          <a:p>
            <a:pPr marL="628650" lvl="1" indent="-171450">
              <a:buFont typeface="Arial" panose="020B0604020202020204" pitchFamily="34" charset="0"/>
              <a:buChar char="•"/>
            </a:pPr>
            <a:r>
              <a:rPr lang="nl-NL" b="0" dirty="0"/>
              <a:t>Momenteel heb ik al mogelijkheden om al deze log typen uit OTCM te halen waarin de </a:t>
            </a:r>
            <a:r>
              <a:rPr lang="nl-NL" b="1" dirty="0"/>
              <a:t>Web Server Client Timing Logs </a:t>
            </a:r>
            <a:r>
              <a:rPr lang="nl-NL" b="0" dirty="0"/>
              <a:t>extra relevant zijn aangezien hier ook de </a:t>
            </a:r>
            <a:r>
              <a:rPr lang="nl-NL" b="0" dirty="0" err="1"/>
              <a:t>request</a:t>
            </a:r>
            <a:r>
              <a:rPr lang="nl-NL" b="0" dirty="0"/>
              <a:t>/</a:t>
            </a:r>
            <a:r>
              <a:rPr lang="nl-NL" b="0" dirty="0" err="1"/>
              <a:t>respone</a:t>
            </a:r>
            <a:r>
              <a:rPr lang="nl-NL" b="0" dirty="0"/>
              <a:t> tijden in staan.</a:t>
            </a:r>
          </a:p>
          <a:p>
            <a:pPr marL="171450" indent="-171450">
              <a:buFont typeface="Arial" panose="020B0604020202020204" pitchFamily="34" charset="0"/>
              <a:buChar char="•"/>
            </a:pPr>
            <a:endParaRPr lang="nl-NL" dirty="0"/>
          </a:p>
          <a:p>
            <a:pPr marL="171450" indent="-171450">
              <a:buFont typeface="Arial" panose="020B0604020202020204" pitchFamily="34" charset="0"/>
              <a:buChar char="•"/>
            </a:pPr>
            <a:r>
              <a:rPr lang="nl-NL" dirty="0"/>
              <a:t>Timing logs door </a:t>
            </a:r>
            <a:r>
              <a:rPr lang="nl-NL" dirty="0" err="1"/>
              <a:t>Cgi</a:t>
            </a:r>
            <a:endParaRPr lang="nl-NL" dirty="0"/>
          </a:p>
          <a:p>
            <a:pPr marL="628650" lvl="1" indent="-171450">
              <a:buFont typeface="Arial" panose="020B0604020202020204" pitchFamily="34" charset="0"/>
              <a:buChar char="•"/>
            </a:pPr>
            <a:r>
              <a:rPr lang="nl-NL" dirty="0"/>
              <a:t>De timing logs worden gegenereerd door een systeem genaamd CGI dat als een tussen laag geïnstalleerd is op OTCM. (zie afbeelding)</a:t>
            </a:r>
          </a:p>
          <a:p>
            <a:pPr marL="1085850" lvl="2" indent="-171450">
              <a:buFont typeface="Arial" panose="020B0604020202020204" pitchFamily="34" charset="0"/>
              <a:buChar char="•"/>
            </a:pPr>
            <a:r>
              <a:rPr lang="nl-NL" dirty="0"/>
              <a:t>Wanneer een gebruiker iets aangeeft in een systeem als SAP wordt dit via SAP richting CGI gestuurd.</a:t>
            </a:r>
          </a:p>
          <a:p>
            <a:pPr marL="1085850" lvl="2" indent="-171450">
              <a:buFont typeface="Arial" panose="020B0604020202020204" pitchFamily="34" charset="0"/>
              <a:buChar char="•"/>
            </a:pPr>
            <a:r>
              <a:rPr lang="nl-NL" dirty="0"/>
              <a:t>CGI past een </a:t>
            </a:r>
            <a:r>
              <a:rPr lang="nl-NL" dirty="0" err="1"/>
              <a:t>wrapper</a:t>
            </a:r>
            <a:r>
              <a:rPr lang="nl-NL" dirty="0"/>
              <a:t> toe op de </a:t>
            </a:r>
            <a:r>
              <a:rPr lang="nl-NL" dirty="0" err="1"/>
              <a:t>request</a:t>
            </a:r>
            <a:r>
              <a:rPr lang="nl-NL" dirty="0"/>
              <a:t> en stuurt dit door naar de content management server.</a:t>
            </a:r>
          </a:p>
          <a:p>
            <a:pPr marL="1085850" lvl="2" indent="-171450">
              <a:buFont typeface="Arial" panose="020B0604020202020204" pitchFamily="34" charset="0"/>
              <a:buChar char="•"/>
            </a:pPr>
            <a:r>
              <a:rPr lang="nl-NL" dirty="0"/>
              <a:t>Wanneer CGI de </a:t>
            </a:r>
            <a:r>
              <a:rPr lang="nl-NL" dirty="0" err="1"/>
              <a:t>request</a:t>
            </a:r>
            <a:r>
              <a:rPr lang="nl-NL" dirty="0"/>
              <a:t> terug krijgt met de </a:t>
            </a:r>
            <a:r>
              <a:rPr lang="nl-NL" dirty="0" err="1"/>
              <a:t>wrapper</a:t>
            </a:r>
            <a:r>
              <a:rPr lang="nl-NL" dirty="0"/>
              <a:t> verwerkt CGI dit naar een logbestand die opgeslagen wordt op de </a:t>
            </a:r>
          </a:p>
          <a:p>
            <a:pPr marL="628650" lvl="1" indent="-171450">
              <a:buFont typeface="Arial" panose="020B0604020202020204" pitchFamily="34" charset="0"/>
              <a:buChar char="•"/>
            </a:pPr>
            <a:r>
              <a:rPr lang="nl-NL" dirty="0"/>
              <a:t>Ik heb in de </a:t>
            </a:r>
            <a:r>
              <a:rPr lang="nl-NL" dirty="0" err="1"/>
              <a:t>afbeeldig</a:t>
            </a:r>
            <a:r>
              <a:rPr lang="nl-NL" dirty="0"/>
              <a:t> SAP als voorbeeld genomen, maar omdat CGI </a:t>
            </a:r>
            <a:r>
              <a:rPr lang="nl-NL" dirty="0" err="1"/>
              <a:t>ingebouwt</a:t>
            </a:r>
            <a:r>
              <a:rPr lang="nl-NL" dirty="0"/>
              <a:t> is in OTCM werkt deze implementatie ook met andere systemen of via de content server interface.</a:t>
            </a:r>
          </a:p>
          <a:p>
            <a:pPr marL="171450" indent="-171450">
              <a:buFont typeface="Arial" panose="020B0604020202020204" pitchFamily="34" charset="0"/>
              <a:buChar char="•"/>
            </a:pPr>
            <a:endParaRPr lang="nl-NL" dirty="0"/>
          </a:p>
          <a:p>
            <a:pPr marL="171450" indent="-171450">
              <a:buFont typeface="Arial" panose="020B0604020202020204" pitchFamily="34" charset="0"/>
              <a:buChar char="•"/>
            </a:pPr>
            <a:r>
              <a:rPr lang="nl-NL" dirty="0"/>
              <a:t>Extra CGI logs</a:t>
            </a:r>
          </a:p>
          <a:p>
            <a:pPr marL="628650" lvl="1" indent="-171450">
              <a:buFont typeface="Arial" panose="020B0604020202020204" pitchFamily="34" charset="0"/>
              <a:buChar char="•"/>
            </a:pPr>
            <a:r>
              <a:rPr lang="nl-NL" dirty="0"/>
              <a:t>Naast Timing logs genereert CGI ook logs met meer informatie over wat er precies gebeurt is tijdens een </a:t>
            </a:r>
            <a:r>
              <a:rPr lang="nl-NL" dirty="0" err="1"/>
              <a:t>request</a:t>
            </a:r>
            <a:r>
              <a:rPr lang="nl-NL" dirty="0"/>
              <a:t> wat gelinkt word door middel van een UUID (Unique </a:t>
            </a:r>
            <a:r>
              <a:rPr lang="nl-NL" dirty="0" err="1"/>
              <a:t>identifier</a:t>
            </a:r>
            <a:r>
              <a:rPr lang="nl-NL" dirty="0"/>
              <a:t>).</a:t>
            </a:r>
          </a:p>
          <a:p>
            <a:pPr marL="628650" lvl="1" indent="-171450">
              <a:buFont typeface="Arial" panose="020B0604020202020204" pitchFamily="34" charset="0"/>
              <a:buChar char="•"/>
            </a:pPr>
            <a:r>
              <a:rPr lang="nl-NL" dirty="0"/>
              <a:t>Ik heb met Jesse afgesproken om eerst te focussen op de performance data zelf, later kan er een keer teruggekeken worden naar de mogelijkheden om de extra gegevens te koppelen aan de timing logs.</a:t>
            </a:r>
          </a:p>
          <a:p>
            <a:pPr marL="171450" indent="-171450">
              <a:buFont typeface="Arial" panose="020B0604020202020204" pitchFamily="34" charset="0"/>
              <a:buChar char="•"/>
            </a:pPr>
            <a:endParaRPr lang="nl-NL" dirty="0"/>
          </a:p>
          <a:p>
            <a:pPr marL="171450" indent="-171450">
              <a:buFont typeface="Arial" panose="020B0604020202020204" pitchFamily="34" charset="0"/>
              <a:buChar char="•"/>
            </a:pPr>
            <a:r>
              <a:rPr lang="nl-NL" dirty="0" err="1"/>
              <a:t>Fluent</a:t>
            </a:r>
            <a:r>
              <a:rPr lang="nl-NL" dirty="0"/>
              <a:t> bit “</a:t>
            </a:r>
            <a:r>
              <a:rPr lang="nl-NL" dirty="0" err="1"/>
              <a:t>Intergratie</a:t>
            </a:r>
            <a:r>
              <a:rPr lang="nl-NL"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In OTCM is er een optie voor het </a:t>
            </a:r>
            <a:r>
              <a:rPr lang="nl-NL" dirty="0" err="1"/>
              <a:t>intergreren</a:t>
            </a:r>
            <a:r>
              <a:rPr lang="nl-NL" dirty="0"/>
              <a:t> van </a:t>
            </a:r>
            <a:r>
              <a:rPr lang="nl-NL" dirty="0" err="1"/>
              <a:t>Fluent</a:t>
            </a:r>
            <a:r>
              <a:rPr lang="nl-NL" dirty="0"/>
              <a:t> bit, hierin is het mogelijk om configuratie files te genereren voor </a:t>
            </a:r>
            <a:r>
              <a:rPr lang="nl-NL" sz="1200" b="1" i="0" kern="1200" dirty="0">
                <a:solidFill>
                  <a:schemeClr val="tx1"/>
                </a:solidFill>
                <a:effectLst/>
                <a:latin typeface="+mn-lt"/>
                <a:ea typeface="+mn-ea"/>
                <a:cs typeface="+mn-cs"/>
              </a:rPr>
              <a:t>System Monitoring </a:t>
            </a:r>
            <a:r>
              <a:rPr lang="nl-NL" sz="1200" b="1" i="0" kern="1200" dirty="0" err="1">
                <a:solidFill>
                  <a:schemeClr val="tx1"/>
                </a:solidFill>
                <a:effectLst/>
                <a:latin typeface="+mn-lt"/>
                <a:ea typeface="+mn-ea"/>
                <a:cs typeface="+mn-cs"/>
              </a:rPr>
              <a:t>Settings</a:t>
            </a:r>
            <a:r>
              <a:rPr lang="nl-NL" sz="1200" b="1" i="0" kern="1200" dirty="0">
                <a:solidFill>
                  <a:schemeClr val="tx1"/>
                </a:solidFill>
                <a:effectLst/>
                <a:latin typeface="+mn-lt"/>
                <a:ea typeface="+mn-ea"/>
                <a:cs typeface="+mn-cs"/>
              </a:rPr>
              <a:t> </a:t>
            </a:r>
            <a:r>
              <a:rPr lang="nl-NL" dirty="0"/>
              <a:t>(bijvoorbeeld wanneer het systeem opstart of afsluit) en voor de </a:t>
            </a:r>
            <a:r>
              <a:rPr lang="nl-NL" b="1" dirty="0"/>
              <a:t>Security Logs</a:t>
            </a:r>
            <a:r>
              <a:rPr lang="nl-NL" b="0" dirty="0"/>
              <a:t>. Hiervoor genereerd OTCM alleen configuratie files en niet de </a:t>
            </a:r>
            <a:r>
              <a:rPr lang="nl-NL" b="0" dirty="0" err="1"/>
              <a:t>fluent</a:t>
            </a:r>
            <a:r>
              <a:rPr lang="nl-NL" b="0" dirty="0"/>
              <a:t> bit instantie zelf. Meer over </a:t>
            </a:r>
            <a:r>
              <a:rPr lang="nl-NL" b="0" dirty="0" err="1"/>
              <a:t>Fluent</a:t>
            </a:r>
            <a:r>
              <a:rPr lang="nl-NL" b="0" dirty="0"/>
              <a:t> bit in de volgende slide.</a:t>
            </a:r>
            <a:endParaRPr lang="nl-NL" dirty="0"/>
          </a:p>
        </p:txBody>
      </p:sp>
      <p:sp>
        <p:nvSpPr>
          <p:cNvPr id="4" name="Slide Number Placeholder 3"/>
          <p:cNvSpPr>
            <a:spLocks noGrp="1"/>
          </p:cNvSpPr>
          <p:nvPr>
            <p:ph type="sldNum" sz="quarter" idx="5"/>
          </p:nvPr>
        </p:nvSpPr>
        <p:spPr/>
        <p:txBody>
          <a:bodyPr/>
          <a:lstStyle/>
          <a:p>
            <a:fld id="{75969790-A626-4BEA-BF0F-DDF08C24D8D0}" type="slidenum">
              <a:rPr lang="en-NL" smtClean="0"/>
              <a:t>3</a:t>
            </a:fld>
            <a:endParaRPr lang="en-NL"/>
          </a:p>
        </p:txBody>
      </p:sp>
    </p:spTree>
    <p:extLst>
      <p:ext uri="{BB962C8B-B14F-4D97-AF65-F5344CB8AC3E}">
        <p14:creationId xmlns:p14="http://schemas.microsoft.com/office/powerpoint/2010/main" val="911394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dirty="0">
                <a:solidFill>
                  <a:srgbClr val="FFFFFF"/>
                </a:solidFill>
                <a:latin typeface="Lexend Medium" pitchFamily="2" charset="77"/>
                <a:cs typeface="Montserrat" panose="00000500000000000000" pitchFamily="2" charset="0"/>
              </a:rPr>
              <a:t>Logs scrapen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is gemaakt om logs te scrapen en verwerken.</a:t>
            </a: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Lage server impact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heeft een hele lage server impact en een hoge performance.</a:t>
            </a: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Flexibele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config</a:t>
            </a:r>
            <a:endPar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De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config</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files van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bit zijn flexibel en kunnen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gesplits</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worden over meerdere files wat het makkelijk maakt om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bit aan te passen naar de benodigdheden van het systeem door bepaalde files weg te laten of juist toe te voegen.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Dit is in tegenstelling tot OpenTelemetry waarin alle per onderdeel (Input, Processor, Output) in één file moeten staan.</a:t>
            </a: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dirty="0" err="1">
                <a:solidFill>
                  <a:srgbClr val="FFFFFF"/>
                </a:solidFill>
                <a:latin typeface="Lexend Medium"/>
                <a:ea typeface="+mn-lt"/>
                <a:cs typeface="+mn-lt"/>
              </a:rPr>
              <a:t>Intergreert</a:t>
            </a:r>
            <a:r>
              <a:rPr lang="nl-NL" sz="1200" dirty="0">
                <a:solidFill>
                  <a:srgbClr val="FFFFFF"/>
                </a:solidFill>
                <a:latin typeface="Lexend Medium"/>
                <a:ea typeface="+mn-lt"/>
                <a:cs typeface="+mn-lt"/>
              </a:rPr>
              <a:t> met OpenTelemetry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dirty="0" err="1">
                <a:solidFill>
                  <a:srgbClr val="FFFFFF"/>
                </a:solidFill>
                <a:latin typeface="Lexend Medium"/>
                <a:ea typeface="+mn-lt"/>
                <a:cs typeface="+mn-lt"/>
              </a:rPr>
              <a:t>Fleunt</a:t>
            </a:r>
            <a:r>
              <a:rPr lang="nl-NL" sz="1200" dirty="0">
                <a:solidFill>
                  <a:srgbClr val="FFFFFF"/>
                </a:solidFill>
                <a:latin typeface="Lexend Medium"/>
                <a:ea typeface="+mn-lt"/>
                <a:cs typeface="+mn-lt"/>
              </a:rPr>
              <a:t> bit heeft mogelijkheden om te exporten naar OpenTelemetry door middel van een export optie in </a:t>
            </a:r>
            <a:r>
              <a:rPr lang="nl-NL" sz="1200" dirty="0" err="1">
                <a:solidFill>
                  <a:srgbClr val="FFFFFF"/>
                </a:solidFill>
                <a:latin typeface="Lexend Medium"/>
                <a:ea typeface="+mn-lt"/>
                <a:cs typeface="+mn-lt"/>
              </a:rPr>
              <a:t>Fluent</a:t>
            </a:r>
            <a:r>
              <a:rPr lang="nl-NL" sz="1200" dirty="0">
                <a:solidFill>
                  <a:srgbClr val="FFFFFF"/>
                </a:solidFill>
                <a:latin typeface="Lexend Medium"/>
                <a:ea typeface="+mn-lt"/>
                <a:cs typeface="+mn-lt"/>
              </a:rPr>
              <a:t> bit of door de </a:t>
            </a:r>
            <a:r>
              <a:rPr lang="nl-NL" sz="1200" dirty="0" err="1">
                <a:solidFill>
                  <a:srgbClr val="FFFFFF"/>
                </a:solidFill>
                <a:latin typeface="Lexend Medium"/>
                <a:ea typeface="+mn-lt"/>
                <a:cs typeface="+mn-lt"/>
              </a:rPr>
              <a:t>Fluent</a:t>
            </a:r>
            <a:r>
              <a:rPr lang="nl-NL" sz="1200" dirty="0">
                <a:solidFill>
                  <a:srgbClr val="FFFFFF"/>
                </a:solidFill>
                <a:latin typeface="Lexend Medium"/>
                <a:ea typeface="+mn-lt"/>
                <a:cs typeface="+mn-lt"/>
              </a:rPr>
              <a:t>-bit input optie in de </a:t>
            </a:r>
            <a:r>
              <a:rPr lang="nl-NL" sz="1200" dirty="0" err="1">
                <a:solidFill>
                  <a:srgbClr val="FFFFFF"/>
                </a:solidFill>
                <a:latin typeface="Lexend Medium"/>
                <a:ea typeface="+mn-lt"/>
                <a:cs typeface="+mn-lt"/>
              </a:rPr>
              <a:t>Contrib</a:t>
            </a:r>
            <a:r>
              <a:rPr lang="nl-NL" sz="1200" dirty="0">
                <a:solidFill>
                  <a:srgbClr val="FFFFFF"/>
                </a:solidFill>
                <a:latin typeface="Lexend Medium"/>
                <a:ea typeface="+mn-lt"/>
                <a:cs typeface="+mn-lt"/>
              </a:rPr>
              <a:t> versie van OpenTelemetry (meer hierover in de volgende slide)</a:t>
            </a:r>
          </a:p>
          <a:p>
            <a:endParaRPr lang="nl-NL" dirty="0"/>
          </a:p>
        </p:txBody>
      </p:sp>
      <p:sp>
        <p:nvSpPr>
          <p:cNvPr id="4" name="Slide Number Placeholder 3"/>
          <p:cNvSpPr>
            <a:spLocks noGrp="1"/>
          </p:cNvSpPr>
          <p:nvPr>
            <p:ph type="sldNum" sz="quarter" idx="5"/>
          </p:nvPr>
        </p:nvSpPr>
        <p:spPr/>
        <p:txBody>
          <a:bodyPr/>
          <a:lstStyle/>
          <a:p>
            <a:fld id="{75969790-A626-4BEA-BF0F-DDF08C24D8D0}" type="slidenum">
              <a:rPr lang="en-NL" smtClean="0"/>
              <a:t>4</a:t>
            </a:fld>
            <a:endParaRPr lang="en-NL"/>
          </a:p>
        </p:txBody>
      </p:sp>
    </p:spTree>
    <p:extLst>
      <p:ext uri="{BB962C8B-B14F-4D97-AF65-F5344CB8AC3E}">
        <p14:creationId xmlns:p14="http://schemas.microsoft.com/office/powerpoint/2010/main" val="1365448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3 verschillende ready to go versies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OTLP</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OTEL versie van OpenTelemetry heeft alleen de functionaliteit om data via het OTLP protocol binnen te krijgen en via het OTLP protocol te verzenden.</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CORE</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CORE versie van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alle mogelijkheden van de OTLP versie, plus een aantal input en output mogelijkheden voor populaire systemen zoals Prometheus 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Grafana</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CONTRIB versie van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alle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mogelijken</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input en output mogelijkheden die momenteel beschikbaar zijn voor OpenTelemetry, waaronder ook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Wel is het aangeraden om voor een productie environment gebruik te maken van de OpenTelemetry collector builder om een instantie te maken met alleen de installaties die nodig zijn voor het project. </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connectie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Door middel van de </a:t>
            </a: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 van OpenTelemetry heb ik een connectie werkend gekregen tussen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en OpenTelemetry waarin de logs bijna volledig correct overgezet worden naar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endPar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Host metrics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De OpenTelemetry collector kan naast het verwerken en doorsturen van data uit van verschillende tools ook data uit het systeem zelf ophalen door middel van de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HostMetrics</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Input. Dit maakt het mogelijk om data als CPU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usage</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van het systeem te meten.</a:t>
            </a: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u="sng" dirty="0">
                <a:solidFill>
                  <a:srgbClr val="FFFFFF"/>
                </a:solidFill>
                <a:latin typeface="Lexend Medium"/>
                <a:ea typeface="+mn-lt"/>
                <a:cs typeface="+mn-lt"/>
              </a:rPr>
              <a:t>Nog geen</a:t>
            </a:r>
            <a:r>
              <a:rPr lang="nl-NL" sz="1200" dirty="0">
                <a:solidFill>
                  <a:srgbClr val="FFFFFF"/>
                </a:solidFill>
                <a:latin typeface="Lexend Medium"/>
                <a:ea typeface="+mn-lt"/>
                <a:cs typeface="+mn-lt"/>
              </a:rPr>
              <a:t> data verwerking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dirty="0">
                <a:solidFill>
                  <a:srgbClr val="FFFFFF"/>
                </a:solidFill>
                <a:latin typeface="Lexend Medium"/>
                <a:ea typeface="+mn-lt"/>
                <a:cs typeface="+mn-lt"/>
              </a:rPr>
              <a:t>Omdat er momenteel nog een paar kleine foutjes zitten tussen de connectie van </a:t>
            </a:r>
            <a:r>
              <a:rPr lang="nl-NL" sz="1200" dirty="0" err="1">
                <a:solidFill>
                  <a:srgbClr val="FFFFFF"/>
                </a:solidFill>
                <a:latin typeface="Lexend Medium"/>
                <a:ea typeface="+mn-lt"/>
                <a:cs typeface="+mn-lt"/>
              </a:rPr>
              <a:t>Fluent</a:t>
            </a:r>
            <a:r>
              <a:rPr lang="nl-NL" sz="1200" dirty="0">
                <a:solidFill>
                  <a:srgbClr val="FFFFFF"/>
                </a:solidFill>
                <a:latin typeface="Lexend Medium"/>
                <a:ea typeface="+mn-lt"/>
                <a:cs typeface="+mn-lt"/>
              </a:rPr>
              <a:t> bit naar OpenTelemetry heb ik helaas nog geen tijd gehad om de data te verwerken en filteren in de OpenTelemetry Collector</a:t>
            </a:r>
          </a:p>
          <a:p>
            <a:endParaRPr lang="nl-NL" dirty="0"/>
          </a:p>
        </p:txBody>
      </p:sp>
      <p:sp>
        <p:nvSpPr>
          <p:cNvPr id="4" name="Slide Number Placeholder 3"/>
          <p:cNvSpPr>
            <a:spLocks noGrp="1"/>
          </p:cNvSpPr>
          <p:nvPr>
            <p:ph type="sldNum" sz="quarter" idx="5"/>
          </p:nvPr>
        </p:nvSpPr>
        <p:spPr/>
        <p:txBody>
          <a:bodyPr/>
          <a:lstStyle/>
          <a:p>
            <a:fld id="{75969790-A626-4BEA-BF0F-DDF08C24D8D0}" type="slidenum">
              <a:rPr lang="en-NL" smtClean="0"/>
              <a:t>5</a:t>
            </a:fld>
            <a:endParaRPr lang="en-NL"/>
          </a:p>
        </p:txBody>
      </p:sp>
    </p:spTree>
    <p:extLst>
      <p:ext uri="{BB962C8B-B14F-4D97-AF65-F5344CB8AC3E}">
        <p14:creationId xmlns:p14="http://schemas.microsoft.com/office/powerpoint/2010/main" val="1124521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DEMO</a:t>
            </a:r>
          </a:p>
          <a:p>
            <a:pPr marL="628650" lvl="1" indent="-171450">
              <a:buFont typeface="Arial" panose="020B0604020202020204" pitchFamily="34" charset="0"/>
              <a:buChar char="•"/>
            </a:pPr>
            <a:r>
              <a:rPr lang="nl-NL" dirty="0"/>
              <a:t>In plaats van een demo heb ik op de volgende pagina’s foto’s met beschrijvingen toegevoegd.</a:t>
            </a:r>
            <a:br>
              <a:rPr lang="nl-NL" dirty="0"/>
            </a:br>
            <a:r>
              <a:rPr lang="nl-NL" dirty="0"/>
              <a:t>Mocht je hier vragen over hebben of meer willen zien van mijn POC, kom dan gerust even langs.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1BDF96-D5CA-4A74-A36D-818AC70E8BDD}" type="slidenum">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Lexend Medium" pitchFamily="2" charset="77"/>
              <a:ea typeface="+mn-ea"/>
              <a:cs typeface="+mn-cs"/>
            </a:endParaRPr>
          </a:p>
        </p:txBody>
      </p:sp>
      <p:sp>
        <p:nvSpPr>
          <p:cNvPr id="5" name="Date Placeholder 4">
            <a:extLst>
              <a:ext uri="{FF2B5EF4-FFF2-40B4-BE49-F238E27FC236}">
                <a16:creationId xmlns:a16="http://schemas.microsoft.com/office/drawing/2014/main" id="{64174763-4724-3860-58BE-6A2B74765852}"/>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C2094B-37E7-0645-BA7F-64F6DCB93079}" type="datetime1">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11/12/2025</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Tree>
    <p:extLst>
      <p:ext uri="{BB962C8B-B14F-4D97-AF65-F5344CB8AC3E}">
        <p14:creationId xmlns:p14="http://schemas.microsoft.com/office/powerpoint/2010/main" val="4139684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6554C-686D-DA4D-38A2-4121C72A2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B44DB-4B16-A04C-AB06-4CED4A660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DF065-4548-B8D1-5AFE-9E82A8FEB5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Dit zijn de log setting in de </a:t>
            </a:r>
            <a:r>
              <a:rPr lang="nl-NL" dirty="0" err="1"/>
              <a:t>admin</a:t>
            </a:r>
            <a:r>
              <a:rPr lang="nl-NL" dirty="0"/>
              <a:t> </a:t>
            </a:r>
            <a:r>
              <a:rPr lang="nl-NL" dirty="0" err="1"/>
              <a:t>pannel</a:t>
            </a:r>
            <a:r>
              <a:rPr lang="nl-NL" dirty="0"/>
              <a:t> van OTCM, hierin heb ik de </a:t>
            </a:r>
            <a:r>
              <a:rPr lang="nl-NL" sz="1200" b="1" i="0" kern="1200" dirty="0">
                <a:solidFill>
                  <a:schemeClr val="tx1"/>
                </a:solidFill>
                <a:effectLst/>
                <a:latin typeface="+mn-lt"/>
                <a:ea typeface="+mn-ea"/>
                <a:cs typeface="+mn-cs"/>
              </a:rPr>
              <a:t>Web Server Client Timing Logs </a:t>
            </a:r>
            <a:r>
              <a:rPr lang="nl-NL" sz="1200" b="0" i="0" kern="1200" dirty="0">
                <a:solidFill>
                  <a:schemeClr val="tx1"/>
                </a:solidFill>
                <a:effectLst/>
                <a:latin typeface="+mn-lt"/>
                <a:ea typeface="+mn-ea"/>
                <a:cs typeface="+mn-cs"/>
              </a:rPr>
              <a:t>op </a:t>
            </a:r>
            <a:r>
              <a:rPr lang="nl-NL" sz="1200" b="1" i="0" kern="1200" dirty="0">
                <a:solidFill>
                  <a:schemeClr val="tx1"/>
                </a:solidFill>
                <a:effectLst/>
                <a:latin typeface="+mn-lt"/>
                <a:ea typeface="+mn-ea"/>
                <a:cs typeface="+mn-cs"/>
              </a:rPr>
              <a:t>INFO</a:t>
            </a:r>
            <a:r>
              <a:rPr lang="nl-NL" sz="1200" b="0" i="0" kern="1200" dirty="0">
                <a:solidFill>
                  <a:schemeClr val="tx1"/>
                </a:solidFill>
                <a:effectLst/>
                <a:latin typeface="+mn-lt"/>
                <a:ea typeface="+mn-ea"/>
                <a:cs typeface="+mn-cs"/>
              </a:rPr>
              <a:t> gezet zodat de timing logs gegenereerd worden in </a:t>
            </a:r>
            <a:r>
              <a:rPr lang="nl-NL" sz="1200" b="0" i="1" kern="1200" dirty="0">
                <a:solidFill>
                  <a:schemeClr val="tx1"/>
                </a:solidFill>
                <a:effectLst/>
                <a:latin typeface="+mn-lt"/>
                <a:ea typeface="+mn-ea"/>
                <a:cs typeface="+mn-cs"/>
              </a:rPr>
              <a:t>logs/</a:t>
            </a:r>
            <a:r>
              <a:rPr lang="nl-NL" sz="1200" b="0" i="1" kern="1200" dirty="0" err="1">
                <a:solidFill>
                  <a:schemeClr val="tx1"/>
                </a:solidFill>
                <a:effectLst/>
                <a:latin typeface="+mn-lt"/>
                <a:ea typeface="+mn-ea"/>
                <a:cs typeface="+mn-cs"/>
              </a:rPr>
              <a:t>timing_logs</a:t>
            </a:r>
            <a:r>
              <a:rPr lang="nl-NL" sz="1200" b="0" i="1" kern="1200" dirty="0">
                <a:solidFill>
                  <a:schemeClr val="tx1"/>
                </a:solidFill>
                <a:effectLst/>
                <a:latin typeface="+mn-lt"/>
                <a:ea typeface="+mn-ea"/>
                <a:cs typeface="+mn-cs"/>
              </a:rPr>
              <a:t>/</a:t>
            </a:r>
            <a:endParaRPr lang="nl-NL" sz="1200" b="1"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2BC1E91-767A-A784-37B9-40015C6374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69790-A626-4BEA-BF0F-DDF08C24D8D0}"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470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953B2-A8B5-B07B-DE25-D2885DF35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9BF7D-7ECF-BBA4-8DC2-EA5A95538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795C3-3E3D-EC09-FEC2-29C4DDD0AC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De logs worden opgeslagen in een CSV bestand, aan de rechter kant is ook te zien dat de </a:t>
            </a:r>
            <a:r>
              <a:rPr lang="nl-NL" sz="1200" b="0" i="0" kern="1200" dirty="0" err="1">
                <a:solidFill>
                  <a:schemeClr val="tx1"/>
                </a:solidFill>
                <a:effectLst/>
                <a:latin typeface="+mn-lt"/>
                <a:ea typeface="+mn-ea"/>
                <a:cs typeface="+mn-cs"/>
              </a:rPr>
              <a:t>excecution</a:t>
            </a:r>
            <a:r>
              <a:rPr lang="nl-NL" sz="1200" b="0" i="0" kern="1200" dirty="0">
                <a:solidFill>
                  <a:schemeClr val="tx1"/>
                </a:solidFill>
                <a:effectLst/>
                <a:latin typeface="+mn-lt"/>
                <a:ea typeface="+mn-ea"/>
                <a:cs typeface="+mn-cs"/>
              </a:rPr>
              <a:t> </a:t>
            </a:r>
            <a:r>
              <a:rPr lang="nl-NL" sz="1200" b="0" i="0" kern="1200" dirty="0" err="1">
                <a:solidFill>
                  <a:schemeClr val="tx1"/>
                </a:solidFill>
                <a:effectLst/>
                <a:latin typeface="+mn-lt"/>
                <a:ea typeface="+mn-ea"/>
                <a:cs typeface="+mn-cs"/>
              </a:rPr>
              <a:t>times</a:t>
            </a:r>
            <a:r>
              <a:rPr lang="nl-NL" sz="1200" b="0" i="0" kern="1200" dirty="0">
                <a:solidFill>
                  <a:schemeClr val="tx1"/>
                </a:solidFill>
                <a:effectLst/>
                <a:latin typeface="+mn-lt"/>
                <a:ea typeface="+mn-ea"/>
                <a:cs typeface="+mn-cs"/>
              </a:rPr>
              <a:t> gegenereerd worden.</a:t>
            </a:r>
          </a:p>
        </p:txBody>
      </p:sp>
      <p:sp>
        <p:nvSpPr>
          <p:cNvPr id="4" name="Slide Number Placeholder 3">
            <a:extLst>
              <a:ext uri="{FF2B5EF4-FFF2-40B4-BE49-F238E27FC236}">
                <a16:creationId xmlns:a16="http://schemas.microsoft.com/office/drawing/2014/main" id="{42F94EA3-0BA3-3062-07FA-E4C377C637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69790-A626-4BEA-BF0F-DDF08C24D8D0}"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5818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15F02-7177-C073-449D-371FCA627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4E7139-B824-9C7E-1AF5-E9BE578FD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C9D109-256B-D582-1FE6-EEEFF3467B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In deze foto is zijn de </a:t>
            </a:r>
            <a:r>
              <a:rPr lang="nl-NL" b="1" dirty="0"/>
              <a:t>Web Server Client Timing Logs </a:t>
            </a:r>
            <a:r>
              <a:rPr lang="nl-NL" b="0" dirty="0"/>
              <a:t>(links) en een van de </a:t>
            </a:r>
            <a:r>
              <a:rPr lang="nl-NL" b="1" dirty="0"/>
              <a:t>Web Server Client Logs </a:t>
            </a:r>
            <a:r>
              <a:rPr lang="nl-NL" b="0" dirty="0"/>
              <a:t>(rechts) te zien. Het UUID staat hier gemarkeerd in blauw waardoor de rechter file aan de call links mogelijk </a:t>
            </a:r>
            <a:r>
              <a:rPr lang="nl-NL" b="0" dirty="0" err="1"/>
              <a:t>gelinked</a:t>
            </a:r>
            <a:r>
              <a:rPr lang="nl-NL" b="0" dirty="0"/>
              <a:t> kan worden.</a:t>
            </a:r>
            <a:endParaRPr lang="nl-NL"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CE715B1-90F3-C265-1466-716B459C1A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69790-A626-4BEA-BF0F-DDF08C24D8D0}"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0043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7F6BF-07A3-7E89-4951-6F1E26238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4894D-00F1-F63B-4DD4-3F17F7901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A5CBAD-3516-1E18-08C0-CA3A19B6AD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Dit is de </a:t>
            </a:r>
            <a:r>
              <a:rPr lang="nl-NL" sz="1200" b="0" i="0" kern="1200" dirty="0" err="1">
                <a:solidFill>
                  <a:schemeClr val="tx1"/>
                </a:solidFill>
                <a:effectLst/>
                <a:latin typeface="+mn-lt"/>
                <a:ea typeface="+mn-ea"/>
                <a:cs typeface="+mn-cs"/>
              </a:rPr>
              <a:t>Fluent</a:t>
            </a:r>
            <a:r>
              <a:rPr lang="nl-NL" sz="1200" b="0" i="0" kern="1200" dirty="0">
                <a:solidFill>
                  <a:schemeClr val="tx1"/>
                </a:solidFill>
                <a:effectLst/>
                <a:latin typeface="+mn-lt"/>
                <a:ea typeface="+mn-ea"/>
                <a:cs typeface="+mn-cs"/>
              </a:rPr>
              <a:t> bit configuratie die ik momenteel gebruik om de logs van de </a:t>
            </a:r>
            <a:r>
              <a:rPr lang="nl-NL" sz="1200" b="0" i="0" kern="1200" dirty="0" err="1">
                <a:solidFill>
                  <a:schemeClr val="tx1"/>
                </a:solidFill>
                <a:effectLst/>
                <a:latin typeface="+mn-lt"/>
                <a:ea typeface="+mn-ea"/>
                <a:cs typeface="+mn-cs"/>
              </a:rPr>
              <a:t>logfiels</a:t>
            </a:r>
            <a:r>
              <a:rPr lang="nl-NL" sz="1200" b="0" i="0" kern="1200" dirty="0">
                <a:solidFill>
                  <a:schemeClr val="tx1"/>
                </a:solidFill>
                <a:effectLst/>
                <a:latin typeface="+mn-lt"/>
                <a:ea typeface="+mn-ea"/>
                <a:cs typeface="+mn-cs"/>
              </a:rPr>
              <a:t> naar OpenTelemetry te sturen. Hierin is ook te zien hoe </a:t>
            </a:r>
            <a:r>
              <a:rPr lang="nl-NL" sz="1200" b="0" i="0" kern="1200" dirty="0" err="1">
                <a:solidFill>
                  <a:schemeClr val="tx1"/>
                </a:solidFill>
                <a:effectLst/>
                <a:latin typeface="+mn-lt"/>
                <a:ea typeface="+mn-ea"/>
                <a:cs typeface="+mn-cs"/>
              </a:rPr>
              <a:t>Fluent</a:t>
            </a:r>
            <a:r>
              <a:rPr lang="nl-NL" sz="1200" b="0" i="0" kern="1200" dirty="0">
                <a:solidFill>
                  <a:schemeClr val="tx1"/>
                </a:solidFill>
                <a:effectLst/>
                <a:latin typeface="+mn-lt"/>
                <a:ea typeface="+mn-ea"/>
                <a:cs typeface="+mn-cs"/>
              </a:rPr>
              <a:t> bit flexibel ingezet kan worden door gebruik te maken van een gesplitste configuratie.</a:t>
            </a:r>
          </a:p>
        </p:txBody>
      </p:sp>
      <p:sp>
        <p:nvSpPr>
          <p:cNvPr id="4" name="Slide Number Placeholder 3">
            <a:extLst>
              <a:ext uri="{FF2B5EF4-FFF2-40B4-BE49-F238E27FC236}">
                <a16:creationId xmlns:a16="http://schemas.microsoft.com/office/drawing/2014/main" id="{F59FEEEF-CD48-7B0E-7690-FED3F6B003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69790-A626-4BEA-BF0F-DDF08C24D8D0}"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9696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F897D-28DD-98B4-7FA9-B66519B1A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1A60F-4450-EE18-A854-8ACE9AF2DC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B589B-EDB5-6F15-4075-1E1EB0FA61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Hierin is de OpenTelemetry configuratie te zien die momenteel gebruikt word om de data van </a:t>
            </a:r>
            <a:r>
              <a:rPr lang="nl-NL" sz="1200" b="0" i="0" kern="1200" dirty="0" err="1">
                <a:solidFill>
                  <a:schemeClr val="tx1"/>
                </a:solidFill>
                <a:effectLst/>
                <a:latin typeface="+mn-lt"/>
                <a:ea typeface="+mn-ea"/>
                <a:cs typeface="+mn-cs"/>
              </a:rPr>
              <a:t>Fluent</a:t>
            </a:r>
            <a:r>
              <a:rPr lang="nl-NL" sz="1200" b="0" i="0" kern="1200" dirty="0">
                <a:solidFill>
                  <a:schemeClr val="tx1"/>
                </a:solidFill>
                <a:effectLst/>
                <a:latin typeface="+mn-lt"/>
                <a:ea typeface="+mn-ea"/>
                <a:cs typeface="+mn-cs"/>
              </a:rPr>
              <a:t> bit binnen te krijgen, te verwerken naar het OTLP protocol en door te sturen naar de console</a:t>
            </a:r>
          </a:p>
        </p:txBody>
      </p:sp>
      <p:sp>
        <p:nvSpPr>
          <p:cNvPr id="4" name="Slide Number Placeholder 3">
            <a:extLst>
              <a:ext uri="{FF2B5EF4-FFF2-40B4-BE49-F238E27FC236}">
                <a16:creationId xmlns:a16="http://schemas.microsoft.com/office/drawing/2014/main" id="{D47E0F40-28A0-FB7C-E950-2EAE736D63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69790-A626-4BEA-BF0F-DDF08C24D8D0}"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6086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8AFA8-A02A-C3AF-4BD1-C92461F53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1CC86-8A8C-C04A-6475-98EEEF06B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716AE-12EB-0561-F66F-3DF6EF6B1B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Hier kunnen we zien dat </a:t>
            </a:r>
            <a:r>
              <a:rPr lang="nl-NL" sz="1200" b="0" i="0" kern="1200" dirty="0" err="1">
                <a:solidFill>
                  <a:schemeClr val="tx1"/>
                </a:solidFill>
                <a:effectLst/>
                <a:latin typeface="+mn-lt"/>
                <a:ea typeface="+mn-ea"/>
                <a:cs typeface="+mn-cs"/>
              </a:rPr>
              <a:t>Fluentbit</a:t>
            </a:r>
            <a:r>
              <a:rPr lang="nl-NL" sz="1200" b="0" i="0" kern="1200" dirty="0">
                <a:solidFill>
                  <a:schemeClr val="tx1"/>
                </a:solidFill>
                <a:effectLst/>
                <a:latin typeface="+mn-lt"/>
                <a:ea typeface="+mn-ea"/>
                <a:cs typeface="+mn-cs"/>
              </a:rPr>
              <a:t> de data </a:t>
            </a:r>
            <a:r>
              <a:rPr lang="nl-NL" sz="1200" b="0" i="0" kern="1200" dirty="0" err="1">
                <a:solidFill>
                  <a:schemeClr val="tx1"/>
                </a:solidFill>
                <a:effectLst/>
                <a:latin typeface="+mn-lt"/>
                <a:ea typeface="+mn-ea"/>
                <a:cs typeface="+mn-cs"/>
              </a:rPr>
              <a:t>ophaald</a:t>
            </a:r>
            <a:r>
              <a:rPr lang="nl-NL" sz="1200" b="0" i="0" kern="1200" dirty="0">
                <a:solidFill>
                  <a:schemeClr val="tx1"/>
                </a:solidFill>
                <a:effectLst/>
                <a:latin typeface="+mn-lt"/>
                <a:ea typeface="+mn-ea"/>
                <a:cs typeface="+mn-cs"/>
              </a:rPr>
              <a:t> uit CSV, omzet naar JSON (links) en </a:t>
            </a:r>
            <a:r>
              <a:rPr lang="nl-NL" sz="1200" b="0" i="0" kern="1200" dirty="0" err="1">
                <a:solidFill>
                  <a:schemeClr val="tx1"/>
                </a:solidFill>
                <a:effectLst/>
                <a:latin typeface="+mn-lt"/>
                <a:ea typeface="+mn-ea"/>
                <a:cs typeface="+mn-cs"/>
              </a:rPr>
              <a:t>doorstuurd</a:t>
            </a:r>
            <a:r>
              <a:rPr lang="nl-NL" sz="1200" b="0" i="0" kern="1200" dirty="0">
                <a:solidFill>
                  <a:schemeClr val="tx1"/>
                </a:solidFill>
                <a:effectLst/>
                <a:latin typeface="+mn-lt"/>
                <a:ea typeface="+mn-ea"/>
                <a:cs typeface="+mn-cs"/>
              </a:rPr>
              <a:t> naar OpenTelemetry (rechts).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1" i="0" kern="1200" dirty="0">
                <a:solidFill>
                  <a:schemeClr val="tx1"/>
                </a:solidFill>
                <a:effectLst/>
                <a:latin typeface="+mn-lt"/>
                <a:ea typeface="+mn-ea"/>
                <a:cs typeface="+mn-cs"/>
              </a:rPr>
              <a:t>Opmerkingen</a:t>
            </a:r>
            <a:br>
              <a:rPr lang="nl-NL" sz="1200" b="0" i="0" kern="1200" dirty="0">
                <a:solidFill>
                  <a:schemeClr val="tx1"/>
                </a:solidFill>
                <a:effectLst/>
                <a:latin typeface="+mn-lt"/>
                <a:ea typeface="+mn-ea"/>
                <a:cs typeface="+mn-cs"/>
              </a:rPr>
            </a:br>
            <a:r>
              <a:rPr lang="nl-NL" sz="1200" b="0" i="0" kern="1200" dirty="0">
                <a:solidFill>
                  <a:schemeClr val="tx1"/>
                </a:solidFill>
                <a:effectLst/>
                <a:latin typeface="+mn-lt"/>
                <a:ea typeface="+mn-ea"/>
                <a:cs typeface="+mn-cs"/>
              </a:rPr>
              <a:t>Momenteel word de data opgehaald in </a:t>
            </a:r>
            <a:r>
              <a:rPr lang="nl-NL" sz="1200" b="0" i="0" kern="1200" dirty="0" err="1">
                <a:solidFill>
                  <a:schemeClr val="tx1"/>
                </a:solidFill>
                <a:effectLst/>
                <a:latin typeface="+mn-lt"/>
                <a:ea typeface="+mn-ea"/>
                <a:cs typeface="+mn-cs"/>
              </a:rPr>
              <a:t>fluent</a:t>
            </a:r>
            <a:r>
              <a:rPr lang="nl-NL" sz="1200" b="0" i="0" kern="1200" dirty="0">
                <a:solidFill>
                  <a:schemeClr val="tx1"/>
                </a:solidFill>
                <a:effectLst/>
                <a:latin typeface="+mn-lt"/>
                <a:ea typeface="+mn-ea"/>
                <a:cs typeface="+mn-cs"/>
              </a:rPr>
              <a:t> bit door middel van </a:t>
            </a:r>
            <a:r>
              <a:rPr lang="nl-NL" sz="1200" b="0" i="0" kern="1200" dirty="0" err="1">
                <a:solidFill>
                  <a:schemeClr val="tx1"/>
                </a:solidFill>
                <a:effectLst/>
                <a:latin typeface="+mn-lt"/>
                <a:ea typeface="+mn-ea"/>
                <a:cs typeface="+mn-cs"/>
              </a:rPr>
              <a:t>RegEx</a:t>
            </a:r>
            <a:r>
              <a:rPr lang="nl-NL" sz="1200" b="0" i="0" kern="1200" dirty="0">
                <a:solidFill>
                  <a:schemeClr val="tx1"/>
                </a:solidFill>
                <a:effectLst/>
                <a:latin typeface="+mn-lt"/>
                <a:ea typeface="+mn-ea"/>
                <a:cs typeface="+mn-cs"/>
              </a:rPr>
              <a:t>, dit kan later veranderd worden door een python script dat de CSV correct uitleest.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i="0" kern="1200" dirty="0">
                <a:solidFill>
                  <a:schemeClr val="tx1"/>
                </a:solidFill>
                <a:effectLst/>
                <a:latin typeface="+mn-lt"/>
                <a:ea typeface="+mn-ea"/>
                <a:cs typeface="+mn-cs"/>
              </a:rPr>
              <a:t>In OpenTelemetry (rechts) is momenteel te zien dat alle data nog binnen komt als strings, dit is nog een probleem in de configuratie van </a:t>
            </a:r>
            <a:r>
              <a:rPr lang="nl-NL" sz="1200" b="0" i="0" kern="1200" dirty="0" err="1">
                <a:solidFill>
                  <a:schemeClr val="tx1"/>
                </a:solidFill>
                <a:effectLst/>
                <a:latin typeface="+mn-lt"/>
                <a:ea typeface="+mn-ea"/>
                <a:cs typeface="+mn-cs"/>
              </a:rPr>
              <a:t>Fluent</a:t>
            </a:r>
            <a:r>
              <a:rPr lang="nl-NL" sz="1200" b="0" i="0" kern="1200" dirty="0">
                <a:solidFill>
                  <a:schemeClr val="tx1"/>
                </a:solidFill>
                <a:effectLst/>
                <a:latin typeface="+mn-lt"/>
                <a:ea typeface="+mn-ea"/>
                <a:cs typeface="+mn-cs"/>
              </a:rPr>
              <a:t> bit waarin de types nog niet correct gespecifieerd staan.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i="0" kern="1200" dirty="0">
                <a:solidFill>
                  <a:schemeClr val="tx1"/>
                </a:solidFill>
                <a:effectLst/>
                <a:latin typeface="+mn-lt"/>
                <a:ea typeface="+mn-ea"/>
                <a:cs typeface="+mn-cs"/>
              </a:rPr>
              <a:t>De data word </a:t>
            </a:r>
            <a:r>
              <a:rPr lang="nl-NL" sz="1200" b="0" i="0" kern="1200" dirty="0" err="1">
                <a:solidFill>
                  <a:schemeClr val="tx1"/>
                </a:solidFill>
                <a:effectLst/>
                <a:latin typeface="+mn-lt"/>
                <a:ea typeface="+mn-ea"/>
                <a:cs typeface="+mn-cs"/>
              </a:rPr>
              <a:t>near</a:t>
            </a:r>
            <a:r>
              <a:rPr lang="nl-NL" sz="1200" b="0" i="0" kern="1200" dirty="0">
                <a:solidFill>
                  <a:schemeClr val="tx1"/>
                </a:solidFill>
                <a:effectLst/>
                <a:latin typeface="+mn-lt"/>
                <a:ea typeface="+mn-ea"/>
                <a:cs typeface="+mn-cs"/>
              </a:rPr>
              <a:t> real time aangemaakt en doorgestuurd na een actie in OTCM, momenteel is er nog een probleem dat de console soms vast loopt en handmatig </a:t>
            </a:r>
            <a:r>
              <a:rPr lang="nl-NL" sz="1200" b="0" i="0" kern="1200" dirty="0" err="1">
                <a:solidFill>
                  <a:schemeClr val="tx1"/>
                </a:solidFill>
                <a:effectLst/>
                <a:latin typeface="+mn-lt"/>
                <a:ea typeface="+mn-ea"/>
                <a:cs typeface="+mn-cs"/>
              </a:rPr>
              <a:t>geupdate</a:t>
            </a:r>
            <a:r>
              <a:rPr lang="nl-NL" sz="1200" b="0" i="0" kern="1200" dirty="0">
                <a:solidFill>
                  <a:schemeClr val="tx1"/>
                </a:solidFill>
                <a:effectLst/>
                <a:latin typeface="+mn-lt"/>
                <a:ea typeface="+mn-ea"/>
                <a:cs typeface="+mn-cs"/>
              </a:rPr>
              <a:t> moet worden. Dit is een </a:t>
            </a:r>
            <a:r>
              <a:rPr lang="nl-NL" sz="1200" b="0" i="0" kern="1200" dirty="0" err="1">
                <a:solidFill>
                  <a:schemeClr val="tx1"/>
                </a:solidFill>
                <a:effectLst/>
                <a:latin typeface="+mn-lt"/>
                <a:ea typeface="+mn-ea"/>
                <a:cs typeface="+mn-cs"/>
              </a:rPr>
              <a:t>probeelm</a:t>
            </a:r>
            <a:r>
              <a:rPr lang="nl-NL" sz="1200" b="0" i="0" kern="1200" dirty="0">
                <a:solidFill>
                  <a:schemeClr val="tx1"/>
                </a:solidFill>
                <a:effectLst/>
                <a:latin typeface="+mn-lt"/>
                <a:ea typeface="+mn-ea"/>
                <a:cs typeface="+mn-cs"/>
              </a:rPr>
              <a:t> met de console en kan opgelost worden in configuratie.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D95B353-7180-F75B-4EA2-5C6134FCA8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69790-A626-4BEA-BF0F-DDF08C24D8D0}"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22422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Confluence</a:t>
            </a:r>
            <a:endPar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Ik ben begonnen met het opzetten van mijn documentatie op de Monitoring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Expension</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space</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in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confluence</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Hierin zal de documentatie te vinden zijn over de POC waaronder de opzet en het gebruik.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Structuur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Ik heb een logische structuur opgezet voor de Documentatie waarin de informatie per component opgedeeld word om de documentatie flexibel 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uitbreidbaar</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te houden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200" b="0" i="0" u="none" strike="noStrike" kern="1200" cap="none" spc="0" normalizeH="0" baseline="0" noProof="0" dirty="0">
              <a:ln>
                <a:noFill/>
              </a:ln>
              <a:solidFill>
                <a:srgbClr val="FFFFFF"/>
              </a:solidFill>
              <a:effectLst/>
              <a:uLnTx/>
              <a:uFillTx/>
              <a:latin typeface="Lexend Medium" pitchFamily="2" charset="77"/>
              <a:ea typeface="+mn-ea"/>
              <a:sym typeface="Montserrat" panose="000005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Introducties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Een aantal van de Componenten hebben al een introductie pagina met daarin een kort overzicht over wat de Tool doet en waarom de tool gebruikt word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Link naar de Documentatie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De documentatie is momenteel nog niet af, maar kan gevonden worden via de onderstaande link. Wel moet de toegang tot de documentatie eerst goedgekeurd worden waardoor het niet meteen beschikbaar zal zijn.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https://amexio-group.atlassian.net/wiki/x/AQBPHQ</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1BDF96-D5CA-4A74-A36D-818AC70E8BDD}" type="slidenum">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Lexend Medium" pitchFamily="2" charset="77"/>
              <a:ea typeface="+mn-ea"/>
              <a:cs typeface="+mn-cs"/>
            </a:endParaRPr>
          </a:p>
        </p:txBody>
      </p:sp>
      <p:sp>
        <p:nvSpPr>
          <p:cNvPr id="5" name="Date Placeholder 4">
            <a:extLst>
              <a:ext uri="{FF2B5EF4-FFF2-40B4-BE49-F238E27FC236}">
                <a16:creationId xmlns:a16="http://schemas.microsoft.com/office/drawing/2014/main" id="{E5BCEA61-5670-D52F-851C-8C12D6337C2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0AB969-06C1-0449-80EC-988FAA549274}" type="datetime1">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11/12/2025</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Tree>
    <p:extLst>
      <p:ext uri="{BB962C8B-B14F-4D97-AF65-F5344CB8AC3E}">
        <p14:creationId xmlns:p14="http://schemas.microsoft.com/office/powerpoint/2010/main" val="3156308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dirty="0">
                <a:latin typeface="Lexend SemiBold" pitchFamily="2" charset="77"/>
                <a:cs typeface="Montserrat" panose="00000500000000000000" pitchFamily="2" charset="0"/>
              </a:rPr>
              <a:t>Voorbereiden X-</a:t>
            </a:r>
            <a:r>
              <a:rPr lang="nl-NL" sz="1200" b="0" noProof="0" dirty="0" err="1">
                <a:latin typeface="Lexend SemiBold" pitchFamily="2" charset="77"/>
                <a:cs typeface="Montserrat" panose="00000500000000000000" pitchFamily="2" charset="0"/>
              </a:rPr>
              <a:t>day</a:t>
            </a:r>
            <a:endParaRPr lang="nl-NL" sz="1200" b="0" noProof="0" dirty="0">
              <a:latin typeface="Lexend SemiBold" pitchFamily="2" charset="77"/>
              <a:cs typeface="Montserrat" panose="00000500000000000000" pitchFamily="2"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dirty="0">
                <a:latin typeface="Lexend SemiBold" pitchFamily="2" charset="77"/>
                <a:cs typeface="Montserrat" panose="00000500000000000000" pitchFamily="2" charset="0"/>
              </a:rPr>
              <a:t>Voor de X-</a:t>
            </a:r>
            <a:r>
              <a:rPr lang="nl-NL" sz="1200" b="0" noProof="0" dirty="0" err="1">
                <a:latin typeface="Lexend SemiBold" pitchFamily="2" charset="77"/>
                <a:cs typeface="Montserrat" panose="00000500000000000000" pitchFamily="2" charset="0"/>
              </a:rPr>
              <a:t>day</a:t>
            </a:r>
            <a:r>
              <a:rPr lang="nl-NL" sz="1200" b="0" noProof="0" dirty="0">
                <a:latin typeface="Lexend SemiBold" pitchFamily="2" charset="77"/>
                <a:cs typeface="Montserrat" panose="00000500000000000000" pitchFamily="2" charset="0"/>
              </a:rPr>
              <a:t> ben ik gevraagd om iets voor te bereiden voor de </a:t>
            </a:r>
            <a:r>
              <a:rPr lang="en-US" sz="1200" b="1" i="0" kern="1200" dirty="0">
                <a:solidFill>
                  <a:schemeClr val="tx1"/>
                </a:solidFill>
                <a:effectLst/>
                <a:latin typeface="+mn-lt"/>
                <a:ea typeface="+mn-ea"/>
                <a:cs typeface="+mn-cs"/>
              </a:rPr>
              <a:t>OpenText Insight - what's new, what’s hot </a:t>
            </a:r>
            <a:r>
              <a:rPr lang="en-US" sz="1200" b="0" i="0" kern="1200" dirty="0">
                <a:solidFill>
                  <a:schemeClr val="tx1"/>
                </a:solidFill>
                <a:effectLst/>
                <a:latin typeface="+mn-lt"/>
                <a:ea typeface="+mn-ea"/>
                <a:cs typeface="+mn-cs"/>
              </a:rPr>
              <a:t>booth.</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noProof="0" dirty="0">
                <a:solidFill>
                  <a:schemeClr val="tx1"/>
                </a:solidFill>
                <a:effectLst/>
                <a:latin typeface="+mn-lt"/>
                <a:ea typeface="+mn-ea"/>
                <a:cs typeface="+mn-cs"/>
              </a:rPr>
              <a:t>Ik </a:t>
            </a:r>
            <a:r>
              <a:rPr lang="en-US" sz="1200" b="0" i="0" kern="1200" noProof="0" dirty="0" err="1">
                <a:solidFill>
                  <a:schemeClr val="tx1"/>
                </a:solidFill>
                <a:effectLst/>
                <a:latin typeface="+mn-lt"/>
                <a:ea typeface="+mn-ea"/>
                <a:cs typeface="+mn-cs"/>
              </a:rPr>
              <a:t>kan</a:t>
            </a:r>
            <a:r>
              <a:rPr lang="en-US" sz="1200" b="0" i="0" kern="1200" noProof="0" dirty="0">
                <a:solidFill>
                  <a:schemeClr val="tx1"/>
                </a:solidFill>
                <a:effectLst/>
                <a:latin typeface="+mn-lt"/>
                <a:ea typeface="+mn-ea"/>
                <a:cs typeface="+mn-cs"/>
              </a:rPr>
              <a:t> </a:t>
            </a:r>
            <a:r>
              <a:rPr lang="en-US" sz="1200" b="0" i="0" kern="1200" noProof="0" dirty="0" err="1">
                <a:solidFill>
                  <a:schemeClr val="tx1"/>
                </a:solidFill>
                <a:effectLst/>
                <a:latin typeface="+mn-lt"/>
                <a:ea typeface="+mn-ea"/>
                <a:cs typeface="+mn-cs"/>
              </a:rPr>
              <a:t>mogelijk</a:t>
            </a:r>
            <a:r>
              <a:rPr lang="en-US" sz="1200" b="0" i="0" kern="1200" noProof="0" dirty="0">
                <a:solidFill>
                  <a:schemeClr val="tx1"/>
                </a:solidFill>
                <a:effectLst/>
                <a:latin typeface="+mn-lt"/>
                <a:ea typeface="+mn-ea"/>
                <a:cs typeface="+mn-cs"/>
              </a:rPr>
              <a:t> </a:t>
            </a:r>
            <a:r>
              <a:rPr lang="en-US" sz="1200" b="0" i="0" kern="1200" noProof="0" dirty="0" err="1">
                <a:solidFill>
                  <a:schemeClr val="tx1"/>
                </a:solidFill>
                <a:effectLst/>
                <a:latin typeface="+mn-lt"/>
                <a:ea typeface="+mn-ea"/>
                <a:cs typeface="+mn-cs"/>
              </a:rPr>
              <a:t>tijdelijk</a:t>
            </a:r>
            <a:r>
              <a:rPr lang="en-US" sz="1200" b="0" i="0" kern="1200" noProof="0" dirty="0">
                <a:solidFill>
                  <a:schemeClr val="tx1"/>
                </a:solidFill>
                <a:effectLst/>
                <a:latin typeface="+mn-lt"/>
                <a:ea typeface="+mn-ea"/>
                <a:cs typeface="+mn-cs"/>
              </a:rPr>
              <a:t> Grafana </a:t>
            </a:r>
            <a:r>
              <a:rPr lang="en-US" sz="1200" b="0" i="0" kern="1200" noProof="0" dirty="0" err="1">
                <a:solidFill>
                  <a:schemeClr val="tx1"/>
                </a:solidFill>
                <a:effectLst/>
                <a:latin typeface="+mn-lt"/>
                <a:ea typeface="+mn-ea"/>
                <a:cs typeface="+mn-cs"/>
              </a:rPr>
              <a:t>aansluiten</a:t>
            </a:r>
            <a:r>
              <a:rPr lang="en-US" sz="1200" b="0" i="0" kern="1200" noProof="0" dirty="0">
                <a:solidFill>
                  <a:schemeClr val="tx1"/>
                </a:solidFill>
                <a:effectLst/>
                <a:latin typeface="+mn-lt"/>
                <a:ea typeface="+mn-ea"/>
                <a:cs typeface="+mn-cs"/>
              </a:rPr>
              <a:t> op OpenTelemetry om </a:t>
            </a:r>
            <a:r>
              <a:rPr lang="en-US" sz="1200" b="0" i="0" kern="1200" noProof="0" dirty="0" err="1">
                <a:solidFill>
                  <a:schemeClr val="tx1"/>
                </a:solidFill>
                <a:effectLst/>
                <a:latin typeface="+mn-lt"/>
                <a:ea typeface="+mn-ea"/>
                <a:cs typeface="+mn-cs"/>
              </a:rPr>
              <a:t>visueel</a:t>
            </a:r>
            <a:r>
              <a:rPr lang="en-US" sz="1200" b="0" i="0" kern="1200" noProof="0" dirty="0">
                <a:solidFill>
                  <a:schemeClr val="tx1"/>
                </a:solidFill>
                <a:effectLst/>
                <a:latin typeface="+mn-lt"/>
                <a:ea typeface="+mn-ea"/>
                <a:cs typeface="+mn-cs"/>
              </a:rPr>
              <a:t> de timings </a:t>
            </a:r>
            <a:r>
              <a:rPr lang="en-US" sz="1200" b="0" i="0" kern="1200" noProof="0" dirty="0" err="1">
                <a:solidFill>
                  <a:schemeClr val="tx1"/>
                </a:solidFill>
                <a:effectLst/>
                <a:latin typeface="+mn-lt"/>
                <a:ea typeface="+mn-ea"/>
                <a:cs typeface="+mn-cs"/>
              </a:rPr>
              <a:t>te</a:t>
            </a:r>
            <a:r>
              <a:rPr lang="en-US" sz="1200" b="0" i="0" kern="1200" noProof="0" dirty="0">
                <a:solidFill>
                  <a:schemeClr val="tx1"/>
                </a:solidFill>
                <a:effectLst/>
                <a:latin typeface="+mn-lt"/>
                <a:ea typeface="+mn-ea"/>
                <a:cs typeface="+mn-cs"/>
              </a:rPr>
              <a:t> laten </a:t>
            </a:r>
            <a:r>
              <a:rPr lang="en-US" sz="1200" b="0" i="0" kern="1200" noProof="0" dirty="0" err="1">
                <a:solidFill>
                  <a:schemeClr val="tx1"/>
                </a:solidFill>
                <a:effectLst/>
                <a:latin typeface="+mn-lt"/>
                <a:ea typeface="+mn-ea"/>
                <a:cs typeface="+mn-cs"/>
              </a:rPr>
              <a:t>zien</a:t>
            </a:r>
            <a:r>
              <a:rPr lang="en-US" sz="1200" b="0" i="0" kern="1200" noProof="0" dirty="0">
                <a:solidFill>
                  <a:schemeClr val="tx1"/>
                </a:solidFill>
                <a:effectLst/>
                <a:latin typeface="+mn-lt"/>
                <a:ea typeface="+mn-ea"/>
                <a:cs typeface="+mn-cs"/>
              </a:rPr>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noProof="0" dirty="0">
                <a:solidFill>
                  <a:schemeClr val="tx1"/>
                </a:solidFill>
                <a:effectLst/>
                <a:latin typeface="+mn-lt"/>
                <a:ea typeface="+mn-ea"/>
                <a:cs typeface="+mn-cs"/>
              </a:rPr>
              <a:t>Ik ben </a:t>
            </a:r>
            <a:r>
              <a:rPr lang="en-US" sz="1200" b="0" i="0" kern="1200" noProof="0" dirty="0" err="1">
                <a:solidFill>
                  <a:schemeClr val="tx1"/>
                </a:solidFill>
                <a:effectLst/>
                <a:latin typeface="+mn-lt"/>
                <a:ea typeface="+mn-ea"/>
                <a:cs typeface="+mn-cs"/>
              </a:rPr>
              <a:t>nog</a:t>
            </a:r>
            <a:r>
              <a:rPr lang="en-US" sz="1200" b="0" i="0" kern="1200" noProof="0" dirty="0">
                <a:solidFill>
                  <a:schemeClr val="tx1"/>
                </a:solidFill>
                <a:effectLst/>
                <a:latin typeface="+mn-lt"/>
                <a:ea typeface="+mn-ea"/>
                <a:cs typeface="+mn-cs"/>
              </a:rPr>
              <a:t> in </a:t>
            </a:r>
            <a:r>
              <a:rPr lang="en-US" sz="1200" b="0" i="0" kern="1200" noProof="0" dirty="0" err="1">
                <a:solidFill>
                  <a:schemeClr val="tx1"/>
                </a:solidFill>
                <a:effectLst/>
                <a:latin typeface="+mn-lt"/>
                <a:ea typeface="+mn-ea"/>
                <a:cs typeface="+mn-cs"/>
              </a:rPr>
              <a:t>overleg</a:t>
            </a:r>
            <a:r>
              <a:rPr lang="en-US" sz="1200" b="0" i="0" kern="1200" noProof="0" dirty="0">
                <a:solidFill>
                  <a:schemeClr val="tx1"/>
                </a:solidFill>
                <a:effectLst/>
                <a:latin typeface="+mn-lt"/>
                <a:ea typeface="+mn-ea"/>
                <a:cs typeface="+mn-cs"/>
              </a:rPr>
              <a:t> </a:t>
            </a:r>
            <a:r>
              <a:rPr lang="en-US" sz="1200" b="0" i="0" kern="1200" noProof="0" dirty="0" err="1">
                <a:solidFill>
                  <a:schemeClr val="tx1"/>
                </a:solidFill>
                <a:effectLst/>
                <a:latin typeface="+mn-lt"/>
                <a:ea typeface="+mn-ea"/>
                <a:cs typeface="+mn-cs"/>
              </a:rPr>
              <a:t>en</a:t>
            </a:r>
            <a:r>
              <a:rPr lang="en-US" sz="1200" b="0" i="0" kern="1200" noProof="0" dirty="0">
                <a:solidFill>
                  <a:schemeClr val="tx1"/>
                </a:solidFill>
                <a:effectLst/>
                <a:latin typeface="+mn-lt"/>
                <a:ea typeface="+mn-ea"/>
                <a:cs typeface="+mn-cs"/>
              </a:rPr>
              <a:t> het idee </a:t>
            </a:r>
            <a:r>
              <a:rPr lang="en-US" sz="1200" b="0" i="0" kern="1200" noProof="0" dirty="0" err="1">
                <a:solidFill>
                  <a:schemeClr val="tx1"/>
                </a:solidFill>
                <a:effectLst/>
                <a:latin typeface="+mn-lt"/>
                <a:ea typeface="+mn-ea"/>
                <a:cs typeface="+mn-cs"/>
              </a:rPr>
              <a:t>voor</a:t>
            </a:r>
            <a:r>
              <a:rPr lang="en-US" sz="1200" b="0" i="0" kern="1200" noProof="0" dirty="0">
                <a:solidFill>
                  <a:schemeClr val="tx1"/>
                </a:solidFill>
                <a:effectLst/>
                <a:latin typeface="+mn-lt"/>
                <a:ea typeface="+mn-ea"/>
                <a:cs typeface="+mn-cs"/>
              </a:rPr>
              <a:t> de X-day </a:t>
            </a:r>
            <a:r>
              <a:rPr lang="en-US" sz="1200" b="0" i="0" kern="1200" noProof="0" dirty="0" err="1">
                <a:solidFill>
                  <a:schemeClr val="tx1"/>
                </a:solidFill>
                <a:effectLst/>
                <a:latin typeface="+mn-lt"/>
                <a:ea typeface="+mn-ea"/>
                <a:cs typeface="+mn-cs"/>
              </a:rPr>
              <a:t>staat</a:t>
            </a:r>
            <a:r>
              <a:rPr lang="en-US" sz="1200" b="0" i="0" kern="1200" noProof="0" dirty="0">
                <a:solidFill>
                  <a:schemeClr val="tx1"/>
                </a:solidFill>
                <a:effectLst/>
                <a:latin typeface="+mn-lt"/>
                <a:ea typeface="+mn-ea"/>
                <a:cs typeface="+mn-cs"/>
              </a:rPr>
              <a:t> </a:t>
            </a:r>
            <a:r>
              <a:rPr lang="en-US" sz="1200" b="0" i="0" kern="1200" noProof="0" dirty="0" err="1">
                <a:solidFill>
                  <a:schemeClr val="tx1"/>
                </a:solidFill>
                <a:effectLst/>
                <a:latin typeface="+mn-lt"/>
                <a:ea typeface="+mn-ea"/>
                <a:cs typeface="+mn-cs"/>
              </a:rPr>
              <a:t>nog</a:t>
            </a:r>
            <a:r>
              <a:rPr lang="en-US" sz="1200" b="0" i="0" kern="1200" noProof="0" dirty="0">
                <a:solidFill>
                  <a:schemeClr val="tx1"/>
                </a:solidFill>
                <a:effectLst/>
                <a:latin typeface="+mn-lt"/>
                <a:ea typeface="+mn-ea"/>
                <a:cs typeface="+mn-cs"/>
              </a:rPr>
              <a:t> </a:t>
            </a:r>
            <a:r>
              <a:rPr lang="en-US" sz="1200" b="0" i="0" kern="1200" noProof="0" dirty="0" err="1">
                <a:solidFill>
                  <a:schemeClr val="tx1"/>
                </a:solidFill>
                <a:effectLst/>
                <a:latin typeface="+mn-lt"/>
                <a:ea typeface="+mn-ea"/>
                <a:cs typeface="+mn-cs"/>
              </a:rPr>
              <a:t>niet</a:t>
            </a:r>
            <a:r>
              <a:rPr lang="en-US" sz="1200" b="0" i="0" kern="1200" noProof="0">
                <a:solidFill>
                  <a:schemeClr val="tx1"/>
                </a:solidFill>
                <a:effectLst/>
                <a:latin typeface="+mn-lt"/>
                <a:ea typeface="+mn-ea"/>
                <a:cs typeface="+mn-cs"/>
              </a:rPr>
              <a:t> vast.</a:t>
            </a:r>
            <a:endParaRPr lang="nl-NL" sz="1200" b="0" noProof="0" dirty="0">
              <a:latin typeface="Lexend SemiBold" pitchFamily="2" charset="77"/>
              <a:cs typeface="Montserrat" panose="00000500000000000000" pitchFamily="2" charset="0"/>
            </a:endParaRPr>
          </a:p>
          <a:p>
            <a:pPr marL="171450" indent="-171450">
              <a:buFont typeface="Arial" panose="020B0604020202020204" pitchFamily="34" charset="0"/>
              <a:buChar char="•"/>
            </a:pP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dirty="0" err="1">
                <a:latin typeface="Lexend SemiBold" pitchFamily="2" charset="77"/>
                <a:cs typeface="Montserrat" panose="00000500000000000000" pitchFamily="2" charset="0"/>
              </a:rPr>
              <a:t>Opentelemetry</a:t>
            </a:r>
            <a:endParaRPr lang="nl-NL" sz="1200" b="0" noProof="0" dirty="0">
              <a:latin typeface="Lexend SemiBold" pitchFamily="2" charset="77"/>
              <a:cs typeface="Montserrat" panose="00000500000000000000" pitchFamily="2"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dirty="0">
                <a:latin typeface="Lexend SemiBold" pitchFamily="2" charset="77"/>
                <a:cs typeface="Montserrat" panose="00000500000000000000" pitchFamily="2" charset="0"/>
              </a:rPr>
              <a:t>Ik wil de problemen tussen OpenTelemetry en </a:t>
            </a:r>
            <a:r>
              <a:rPr lang="nl-NL" sz="1200" b="0" noProof="0" dirty="0" err="1">
                <a:latin typeface="Lexend SemiBold" pitchFamily="2" charset="77"/>
                <a:cs typeface="Montserrat" panose="00000500000000000000" pitchFamily="2" charset="0"/>
              </a:rPr>
              <a:t>Fluent</a:t>
            </a:r>
            <a:r>
              <a:rPr lang="nl-NL" sz="1200" b="0" noProof="0" dirty="0">
                <a:latin typeface="Lexend SemiBold" pitchFamily="2" charset="77"/>
                <a:cs typeface="Montserrat" panose="00000500000000000000" pitchFamily="2" charset="0"/>
              </a:rPr>
              <a:t> bit oplossen.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dirty="0">
                <a:latin typeface="Lexend SemiBold" pitchFamily="2" charset="77"/>
                <a:cs typeface="Montserrat" panose="00000500000000000000" pitchFamily="2" charset="0"/>
              </a:rPr>
              <a:t>Ik wil ook de data die binnenkomt in OpenTelemetry verwerken en filteren.</a:t>
            </a:r>
          </a:p>
          <a:p>
            <a:pPr marL="171450" indent="-171450">
              <a:buFont typeface="Arial" panose="020B0604020202020204" pitchFamily="34" charset="0"/>
              <a:buChar char="•"/>
            </a:pP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dirty="0" err="1">
                <a:latin typeface="Lexend SemiBold" pitchFamily="2" charset="77"/>
                <a:cs typeface="Montserrat" panose="00000500000000000000" pitchFamily="2" charset="0"/>
              </a:rPr>
              <a:t>Dataprepper</a:t>
            </a:r>
            <a:endParaRPr lang="nl-NL" sz="1200" b="0" noProof="0" dirty="0">
              <a:latin typeface="Lexend SemiBold" pitchFamily="2" charset="77"/>
              <a:cs typeface="Montserrat" panose="00000500000000000000" pitchFamily="2"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dirty="0">
                <a:latin typeface="Lexend SemiBold" pitchFamily="2" charset="77"/>
                <a:cs typeface="Montserrat" panose="00000500000000000000" pitchFamily="2" charset="0"/>
              </a:rPr>
              <a:t>Ik wil </a:t>
            </a:r>
            <a:r>
              <a:rPr lang="nl-NL" sz="1200" b="0" noProof="0" dirty="0" err="1">
                <a:latin typeface="Lexend SemiBold" pitchFamily="2" charset="77"/>
                <a:cs typeface="Montserrat" panose="00000500000000000000" pitchFamily="2" charset="0"/>
              </a:rPr>
              <a:t>Dataprepper</a:t>
            </a:r>
            <a:r>
              <a:rPr lang="nl-NL" sz="1200" b="0" noProof="0" dirty="0">
                <a:latin typeface="Lexend SemiBold" pitchFamily="2" charset="77"/>
                <a:cs typeface="Montserrat" panose="00000500000000000000" pitchFamily="2" charset="0"/>
              </a:rPr>
              <a:t> opzetten en configureren zodat deze data kan krijgen van </a:t>
            </a:r>
            <a:r>
              <a:rPr lang="nl-NL" sz="1200" b="0" noProof="0" dirty="0" err="1">
                <a:latin typeface="Lexend SemiBold" pitchFamily="2" charset="77"/>
                <a:cs typeface="Montserrat" panose="00000500000000000000" pitchFamily="2" charset="0"/>
              </a:rPr>
              <a:t>OpenTelemtry</a:t>
            </a:r>
            <a:r>
              <a:rPr lang="nl-NL" sz="1200" b="0" noProof="0" dirty="0">
                <a:latin typeface="Lexend SemiBold" pitchFamily="2" charset="77"/>
                <a:cs typeface="Montserrat" panose="00000500000000000000" pitchFamily="2" charset="0"/>
              </a:rPr>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dirty="0">
                <a:latin typeface="Lexend SemiBold" pitchFamily="2" charset="77"/>
                <a:cs typeface="Montserrat" panose="00000500000000000000" pitchFamily="2" charset="0"/>
              </a:rPr>
              <a:t>Verdere configuratie in </a:t>
            </a:r>
            <a:r>
              <a:rPr lang="nl-NL" sz="1200" b="0" noProof="0" dirty="0" err="1">
                <a:latin typeface="Lexend SemiBold" pitchFamily="2" charset="77"/>
                <a:cs typeface="Montserrat" panose="00000500000000000000" pitchFamily="2" charset="0"/>
              </a:rPr>
              <a:t>Dataprepper</a:t>
            </a:r>
            <a:r>
              <a:rPr lang="nl-NL" sz="1200" b="0" noProof="0" dirty="0">
                <a:latin typeface="Lexend SemiBold" pitchFamily="2" charset="77"/>
                <a:cs typeface="Montserrat" panose="00000500000000000000" pitchFamily="2" charset="0"/>
              </a:rPr>
              <a:t> kan worden gedaan wanneer hier tijd voor over is, anders word dit meegenomen naar de volgende sprint.</a:t>
            </a:r>
          </a:p>
        </p:txBody>
      </p:sp>
      <p:sp>
        <p:nvSpPr>
          <p:cNvPr id="4" name="Slide Number Placeholder 3"/>
          <p:cNvSpPr>
            <a:spLocks noGrp="1"/>
          </p:cNvSpPr>
          <p:nvPr>
            <p:ph type="sldNum" sz="quarter" idx="5"/>
          </p:nvPr>
        </p:nvSpPr>
        <p:spPr/>
        <p:txBody>
          <a:bodyPr/>
          <a:lstStyle/>
          <a:p>
            <a:fld id="{131BDF96-D5CA-4A74-A36D-818AC70E8BDD}" type="slidenum">
              <a:rPr lang="en-US" smtClean="0"/>
              <a:pPr/>
              <a:t>14</a:t>
            </a:fld>
            <a:endParaRPr lang="en-US"/>
          </a:p>
        </p:txBody>
      </p:sp>
      <p:sp>
        <p:nvSpPr>
          <p:cNvPr id="5" name="Date Placeholder 4">
            <a:extLst>
              <a:ext uri="{FF2B5EF4-FFF2-40B4-BE49-F238E27FC236}">
                <a16:creationId xmlns:a16="http://schemas.microsoft.com/office/drawing/2014/main" id="{625A61F0-564B-E38B-A937-22C626FF15AE}"/>
              </a:ext>
            </a:extLst>
          </p:cNvPr>
          <p:cNvSpPr>
            <a:spLocks noGrp="1"/>
          </p:cNvSpPr>
          <p:nvPr>
            <p:ph type="dt" idx="1"/>
          </p:nvPr>
        </p:nvSpPr>
        <p:spPr/>
        <p:txBody>
          <a:bodyPr/>
          <a:lstStyle/>
          <a:p>
            <a:fld id="{F6E5A5C0-319D-DB4F-A1C4-1A055424124D}" type="datetime1">
              <a:rPr lang="en-US" smtClean="0"/>
              <a:t>11/12/2025</a:t>
            </a:fld>
            <a:endParaRPr lang="en-US" dirty="0"/>
          </a:p>
        </p:txBody>
      </p:sp>
    </p:spTree>
    <p:extLst>
      <p:ext uri="{BB962C8B-B14F-4D97-AF65-F5344CB8AC3E}">
        <p14:creationId xmlns:p14="http://schemas.microsoft.com/office/powerpoint/2010/main" val="1890468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Vragen</a:t>
            </a:r>
            <a:r>
              <a:rPr lang="en-US" dirty="0"/>
              <a:t> </a:t>
            </a:r>
            <a:r>
              <a:rPr lang="en-US" dirty="0" err="1"/>
              <a:t>kunnen</a:t>
            </a:r>
            <a:r>
              <a:rPr lang="en-US" dirty="0"/>
              <a:t> </a:t>
            </a:r>
            <a:r>
              <a:rPr lang="en-US" dirty="0" err="1"/>
              <a:t>aan</a:t>
            </a:r>
            <a:r>
              <a:rPr lang="en-US" dirty="0"/>
              <a:t> </a:t>
            </a:r>
            <a:r>
              <a:rPr lang="en-US" dirty="0" err="1"/>
              <a:t>mij</a:t>
            </a:r>
            <a:r>
              <a:rPr lang="en-US" dirty="0"/>
              <a:t> via teams of op </a:t>
            </a:r>
            <a:r>
              <a:rPr lang="en-US" dirty="0" err="1"/>
              <a:t>kantoor</a:t>
            </a:r>
            <a:r>
              <a:rPr lang="en-US" dirty="0"/>
              <a:t> </a:t>
            </a:r>
            <a:r>
              <a:rPr lang="en-US" dirty="0" err="1"/>
              <a:t>gesteld</a:t>
            </a:r>
            <a:r>
              <a:rPr lang="en-US" dirty="0"/>
              <a:t> </a:t>
            </a:r>
            <a:r>
              <a:rPr lang="en-US" dirty="0" err="1"/>
              <a:t>worden</a:t>
            </a:r>
            <a:r>
              <a:rPr lang="en-US" dirty="0"/>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1BDF96-D5CA-4A74-A36D-818AC70E8BDD}" type="slidenum">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Lexend Medium" pitchFamily="2" charset="77"/>
              <a:ea typeface="+mn-ea"/>
              <a:cs typeface="+mn-cs"/>
            </a:endParaRPr>
          </a:p>
        </p:txBody>
      </p:sp>
      <p:sp>
        <p:nvSpPr>
          <p:cNvPr id="5" name="Date Placeholder 4">
            <a:extLst>
              <a:ext uri="{FF2B5EF4-FFF2-40B4-BE49-F238E27FC236}">
                <a16:creationId xmlns:a16="http://schemas.microsoft.com/office/drawing/2014/main" id="{74CECD43-0538-E679-8DCF-B7F8AA293D48}"/>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D0E16-2FF9-9543-B142-63A853B650E7}" type="datetime1">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11/12/2025</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Tree>
    <p:extLst>
      <p:ext uri="{BB962C8B-B14F-4D97-AF65-F5344CB8AC3E}">
        <p14:creationId xmlns:p14="http://schemas.microsoft.com/office/powerpoint/2010/main" val="4199119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hemeOverride" Target="../theme/themeOverride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0.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xml"/><Relationship Id="rId1" Type="http://schemas.openxmlformats.org/officeDocument/2006/relationships/themeOverride" Target="../theme/themeOverride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2.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3.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41554-0B53-2587-EC2F-D03BC964E3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45E1AED-5447-3690-8F15-2D8041A8DB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3DB34C3C-13FA-603C-F749-35A310D28FC0}"/>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5" name="Footer Placeholder 4">
            <a:extLst>
              <a:ext uri="{FF2B5EF4-FFF2-40B4-BE49-F238E27FC236}">
                <a16:creationId xmlns:a16="http://schemas.microsoft.com/office/drawing/2014/main" id="{E58178B8-648F-FA4C-7A3E-D0720E16CA8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76233B6-EE01-4815-1E13-91C826EA0E53}"/>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161230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334A1-18C3-E011-4D4B-69A6BBB9CAA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BEFA1F9-CE72-7D2A-1F87-CF4C4D42DD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8FC6940-FD8A-FEA5-02B5-E09101D23E04}"/>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5" name="Footer Placeholder 4">
            <a:extLst>
              <a:ext uri="{FF2B5EF4-FFF2-40B4-BE49-F238E27FC236}">
                <a16:creationId xmlns:a16="http://schemas.microsoft.com/office/drawing/2014/main" id="{F2722F36-352C-2D84-1806-95F3879BFA9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D5AEC60-4E99-955A-B2BA-85F3BF48FA07}"/>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117059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351D8-FED3-5A3B-63C4-B4D853B37D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508F1D19-ED80-61C7-BA49-73B4789416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3FED45-C2E9-2838-8A1C-821EC4BD26BC}"/>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5" name="Footer Placeholder 4">
            <a:extLst>
              <a:ext uri="{FF2B5EF4-FFF2-40B4-BE49-F238E27FC236}">
                <a16:creationId xmlns:a16="http://schemas.microsoft.com/office/drawing/2014/main" id="{CB5AB3F6-1940-840B-C4FC-18EFBB4B2D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23AFCE7-C650-62F9-735D-89AE925D9FD8}"/>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087027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2264-7ABE-AF39-3DE9-C9ACEC8D2D78}"/>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D1232F8-7552-778A-F91C-277687A6B1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A8855F03-B3F7-AE77-C429-2C84695EA7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7F4B0272-C606-4C75-7806-3456E0B839F4}"/>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6" name="Footer Placeholder 5">
            <a:extLst>
              <a:ext uri="{FF2B5EF4-FFF2-40B4-BE49-F238E27FC236}">
                <a16:creationId xmlns:a16="http://schemas.microsoft.com/office/drawing/2014/main" id="{26A1EC23-EFA0-1CBA-B495-AF46FF006F78}"/>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7E4F652-53D8-48B4-B3FB-BC3AE3FC13FE}"/>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518393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CE5C9-8281-B024-B070-C51AA08ADA15}"/>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2A2FD01-9A24-7235-6559-E3393ED64E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6D6E39-237B-0619-7ED1-48C3D9A486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42DF92D5-F876-7CD4-DE56-D241467AC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C4824C-5314-FFC0-640A-0854709593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174D4B77-AE2A-5236-BDD9-CE7409F422D5}"/>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8" name="Footer Placeholder 7">
            <a:extLst>
              <a:ext uri="{FF2B5EF4-FFF2-40B4-BE49-F238E27FC236}">
                <a16:creationId xmlns:a16="http://schemas.microsoft.com/office/drawing/2014/main" id="{DC0F31DE-DBDE-EF1F-D618-D337A22F4B51}"/>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A7BC9304-AD61-986E-1F19-2FEC89B4AFF2}"/>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130265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44C0-DD13-49D5-DE41-A4B7BB95531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26B61574-3574-E555-E326-42D68AF68AB3}"/>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4" name="Footer Placeholder 3">
            <a:extLst>
              <a:ext uri="{FF2B5EF4-FFF2-40B4-BE49-F238E27FC236}">
                <a16:creationId xmlns:a16="http://schemas.microsoft.com/office/drawing/2014/main" id="{0949789B-5B46-1744-2A79-E8F62F02D9FB}"/>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FEF7C447-451C-EE6A-9FC8-0A5CA801D876}"/>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477515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E5F718-5031-4476-3A9F-DAB92071C2BA}"/>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3" name="Footer Placeholder 2">
            <a:extLst>
              <a:ext uri="{FF2B5EF4-FFF2-40B4-BE49-F238E27FC236}">
                <a16:creationId xmlns:a16="http://schemas.microsoft.com/office/drawing/2014/main" id="{77944525-91E6-DE02-B191-A0CAC369B224}"/>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E13A48D7-32C0-4B2F-99D3-A8903AEFF72C}"/>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960783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A63C-36DF-46DA-4948-252639B86A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958255-08DF-5250-5A04-5DFA45D854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E58F4432-742C-232E-7C8E-55CE85B27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37EE2A-0FA5-47AC-E078-FBB18D7A93F8}"/>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6" name="Footer Placeholder 5">
            <a:extLst>
              <a:ext uri="{FF2B5EF4-FFF2-40B4-BE49-F238E27FC236}">
                <a16:creationId xmlns:a16="http://schemas.microsoft.com/office/drawing/2014/main" id="{14CE770D-0E99-C4C5-FE0B-00155AA2232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3A9A5BC-6419-DB54-94FA-F0892E55D350}"/>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067996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DCB1-C368-1F31-B1B5-AF91A0B18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839F9436-D05B-4AC7-F506-08B0175C6D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8F353843-BC34-FBA3-5764-5CD8625B8F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0C6334-7642-9DC5-7408-38A0D9407C6A}"/>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6" name="Footer Placeholder 5">
            <a:extLst>
              <a:ext uri="{FF2B5EF4-FFF2-40B4-BE49-F238E27FC236}">
                <a16:creationId xmlns:a16="http://schemas.microsoft.com/office/drawing/2014/main" id="{F9C7F8F2-FA24-8C21-5C10-413194F3399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23D2C14B-691A-E562-9384-0BB7DC58493D}"/>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273658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013CB-FD04-08D5-A1CB-0DACC219E84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9811CD95-F3CA-1D07-A059-93549E71C4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B9C700ED-677B-9605-1539-BC6A8C49A3D4}"/>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5" name="Footer Placeholder 4">
            <a:extLst>
              <a:ext uri="{FF2B5EF4-FFF2-40B4-BE49-F238E27FC236}">
                <a16:creationId xmlns:a16="http://schemas.microsoft.com/office/drawing/2014/main" id="{43DD651B-F93F-6511-BE6D-DDBCDF52FDC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9B0109B-DE6B-6542-209F-335DCEF8F020}"/>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19611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CCF98C-1593-9728-4C99-4D1AEB3016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E0CD46B0-A071-30D0-7346-C980DE4433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2D05F98-5D8F-DC9C-A13C-F40922B0B12A}"/>
              </a:ext>
            </a:extLst>
          </p:cNvPr>
          <p:cNvSpPr>
            <a:spLocks noGrp="1"/>
          </p:cNvSpPr>
          <p:nvPr>
            <p:ph type="dt" sz="half" idx="10"/>
          </p:nvPr>
        </p:nvSpPr>
        <p:spPr/>
        <p:txBody>
          <a:bodyPr/>
          <a:lstStyle/>
          <a:p>
            <a:fld id="{5DF4134D-7E15-407A-8435-7184106C40D7}" type="datetimeFigureOut">
              <a:rPr lang="en-NL" smtClean="0"/>
              <a:t>12/11/2025</a:t>
            </a:fld>
            <a:endParaRPr lang="en-NL"/>
          </a:p>
        </p:txBody>
      </p:sp>
      <p:sp>
        <p:nvSpPr>
          <p:cNvPr id="5" name="Footer Placeholder 4">
            <a:extLst>
              <a:ext uri="{FF2B5EF4-FFF2-40B4-BE49-F238E27FC236}">
                <a16:creationId xmlns:a16="http://schemas.microsoft.com/office/drawing/2014/main" id="{C48BE8B3-7191-743F-3C34-BEADF07B09B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1639D01-FAB1-E1F6-49E4-9E2B984A256C}"/>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1737289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pen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8FDD6D-50D0-DD04-BD81-0CB89C283817}"/>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colorTemperature colorTemp="6489"/>
                    </a14:imgEffect>
                    <a14:imgEffect>
                      <a14:brightnessContrast bright="9000"/>
                    </a14:imgEffect>
                  </a14:imgLayer>
                </a14:imgProps>
              </a:ex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4" name="gradient">
            <a:extLst>
              <a:ext uri="{FF2B5EF4-FFF2-40B4-BE49-F238E27FC236}">
                <a16:creationId xmlns:a16="http://schemas.microsoft.com/office/drawing/2014/main" id="{B5942621-F5A1-2F94-AF1C-E9D24429E812}"/>
              </a:ext>
            </a:extLst>
          </p:cNvPr>
          <p:cNvSpPr/>
          <p:nvPr userDrawn="1"/>
        </p:nvSpPr>
        <p:spPr>
          <a:xfrm rot="5400000">
            <a:off x="2666998" y="-2666999"/>
            <a:ext cx="6858002" cy="12192002"/>
          </a:xfrm>
          <a:prstGeom prst="rect">
            <a:avLst/>
          </a:prstGeom>
          <a:gradFill flip="none" rotWithShape="1">
            <a:gsLst>
              <a:gs pos="30000">
                <a:schemeClr val="accent3">
                  <a:alpha val="30886"/>
                </a:schemeClr>
              </a:gs>
              <a:gs pos="1000">
                <a:schemeClr val="accent6">
                  <a:alpha val="35158"/>
                </a:schemeClr>
              </a:gs>
              <a:gs pos="96000">
                <a:schemeClr val="accent2">
                  <a:lumMod val="10000"/>
                </a:schemeClr>
              </a:gs>
              <a:gs pos="6600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exend Medium" pitchFamily="2" charset="77"/>
            </a:endParaRPr>
          </a:p>
        </p:txBody>
      </p:sp>
      <p:sp>
        <p:nvSpPr>
          <p:cNvPr id="7" name="Title 8">
            <a:extLst>
              <a:ext uri="{FF2B5EF4-FFF2-40B4-BE49-F238E27FC236}">
                <a16:creationId xmlns:a16="http://schemas.microsoft.com/office/drawing/2014/main" id="{7248F529-6E74-DEA8-F5C5-88B7D88CD9E8}"/>
              </a:ext>
            </a:extLst>
          </p:cNvPr>
          <p:cNvSpPr>
            <a:spLocks noGrp="1"/>
          </p:cNvSpPr>
          <p:nvPr>
            <p:ph type="title" hasCustomPrompt="1"/>
          </p:nvPr>
        </p:nvSpPr>
        <p:spPr>
          <a:xfrm>
            <a:off x="876844" y="2217051"/>
            <a:ext cx="7537529" cy="1325563"/>
          </a:xfrm>
          <a:prstGeom prst="rect">
            <a:avLst/>
          </a:prstGeom>
        </p:spPr>
        <p:txBody>
          <a:bodyPr lIns="0" tIns="0" rIns="0" bIns="0" anchor="b"/>
          <a:lstStyle>
            <a:lvl1pPr>
              <a:defRPr sz="4000" b="1" i="0">
                <a:solidFill>
                  <a:schemeClr val="tx1"/>
                </a:solidFill>
                <a:latin typeface="Lexend SemiBold" pitchFamily="2" charset="77"/>
              </a:defRPr>
            </a:lvl1pPr>
          </a:lstStyle>
          <a:p>
            <a:r>
              <a:rPr lang="en-US" dirty="0"/>
              <a:t>Click to Edit Title</a:t>
            </a:r>
          </a:p>
        </p:txBody>
      </p:sp>
      <p:sp>
        <p:nvSpPr>
          <p:cNvPr id="9" name="Text Placeholder 11">
            <a:extLst>
              <a:ext uri="{FF2B5EF4-FFF2-40B4-BE49-F238E27FC236}">
                <a16:creationId xmlns:a16="http://schemas.microsoft.com/office/drawing/2014/main" id="{DA7EFE7C-C2D4-0E05-9369-036704ADE36A}"/>
              </a:ext>
            </a:extLst>
          </p:cNvPr>
          <p:cNvSpPr>
            <a:spLocks noGrp="1"/>
          </p:cNvSpPr>
          <p:nvPr>
            <p:ph type="body" sz="quarter" idx="10" hasCustomPrompt="1"/>
          </p:nvPr>
        </p:nvSpPr>
        <p:spPr>
          <a:xfrm>
            <a:off x="892776" y="4340374"/>
            <a:ext cx="1728788" cy="278538"/>
          </a:xfrm>
          <a:prstGeom prst="rect">
            <a:avLst/>
          </a:prstGeom>
          <a:noFill/>
        </p:spPr>
        <p:txBody>
          <a:bodyPr wrap="square" lIns="0">
            <a:spAutoFit/>
          </a:bodyPr>
          <a:lstStyle>
            <a:lvl1pPr marL="0" indent="0">
              <a:buNone/>
              <a:defRPr lang="en-US" sz="1100" b="0" i="0" spc="0" dirty="0" smtClean="0">
                <a:solidFill>
                  <a:schemeClr val="tx1"/>
                </a:solidFill>
                <a:latin typeface="Lexend Light" pitchFamily="2" charset="77"/>
                <a:ea typeface="Lexend Light" pitchFamily="2" charset="77"/>
                <a:cs typeface="Lexend Light" pitchFamily="2" charset="77"/>
              </a:defRPr>
            </a:lvl1pPr>
            <a:lvl2pPr marL="228600" indent="0">
              <a:buNone/>
              <a:defRPr lang="en-US" sz="1100" dirty="0" smtClean="0">
                <a:solidFill>
                  <a:schemeClr val="bg1"/>
                </a:solidFill>
              </a:defRPr>
            </a:lvl2pPr>
            <a:lvl3pPr marL="685800" indent="0">
              <a:buNone/>
              <a:defRPr lang="en-US" sz="1100" dirty="0" smtClean="0">
                <a:solidFill>
                  <a:schemeClr val="bg1"/>
                </a:solidFill>
              </a:defRPr>
            </a:lvl3pPr>
            <a:lvl4pPr marL="1143000" indent="0">
              <a:buNone/>
              <a:defRPr lang="en-US" sz="1100" dirty="0" smtClean="0">
                <a:solidFill>
                  <a:schemeClr val="bg1"/>
                </a:solidFill>
              </a:defRPr>
            </a:lvl4pPr>
            <a:lvl5pPr marL="1600200" indent="0">
              <a:buNone/>
              <a:defRPr lang="en-US" sz="1100" dirty="0">
                <a:solidFill>
                  <a:schemeClr val="bg1"/>
                </a:solidFill>
              </a:defRPr>
            </a:lvl5pPr>
          </a:lstStyle>
          <a:p>
            <a:pPr marL="0" lvl="0"/>
            <a:r>
              <a:rPr lang="en-US" dirty="0"/>
              <a:t>Date</a:t>
            </a:r>
          </a:p>
        </p:txBody>
      </p:sp>
      <p:sp>
        <p:nvSpPr>
          <p:cNvPr id="11" name="Text Placeholder 16">
            <a:extLst>
              <a:ext uri="{FF2B5EF4-FFF2-40B4-BE49-F238E27FC236}">
                <a16:creationId xmlns:a16="http://schemas.microsoft.com/office/drawing/2014/main" id="{F6896D75-6287-21C1-DE94-9812524ACCEA}"/>
              </a:ext>
            </a:extLst>
          </p:cNvPr>
          <p:cNvSpPr>
            <a:spLocks noGrp="1"/>
          </p:cNvSpPr>
          <p:nvPr>
            <p:ph type="body" sz="quarter" idx="11"/>
          </p:nvPr>
        </p:nvSpPr>
        <p:spPr>
          <a:xfrm>
            <a:off x="876300" y="3559635"/>
            <a:ext cx="7537529" cy="398635"/>
          </a:xfrm>
          <a:prstGeom prst="rect">
            <a:avLst/>
          </a:prstGeom>
          <a:noFill/>
        </p:spPr>
        <p:txBody>
          <a:bodyPr wrap="square" lIns="0">
            <a:spAutoFit/>
          </a:bodyPr>
          <a:lstStyle>
            <a:lvl1pPr marL="0" indent="0">
              <a:spcBef>
                <a:spcPts val="0"/>
              </a:spcBef>
              <a:buFontTx/>
              <a:buNone/>
              <a:defRPr lang="en-US" sz="1800" b="0" i="0" dirty="0" smtClean="0">
                <a:solidFill>
                  <a:schemeClr val="accent3">
                    <a:lumMod val="60000"/>
                    <a:lumOff val="40000"/>
                  </a:schemeClr>
                </a:solidFill>
                <a:latin typeface="Lexend Light" pitchFamily="2" charset="77"/>
                <a:ea typeface="Lexend Light" pitchFamily="2" charset="77"/>
                <a:cs typeface="Lexend Light" pitchFamily="2" charset="77"/>
              </a:defRPr>
            </a:lvl1pPr>
            <a:lvl2pPr marL="228600" indent="0">
              <a:buFontTx/>
              <a:buNone/>
              <a:defRPr lang="en-US" sz="1800" dirty="0" smtClean="0">
                <a:solidFill>
                  <a:schemeClr val="bg1"/>
                </a:solidFill>
                <a:latin typeface="+mn-lt"/>
              </a:defRPr>
            </a:lvl2pPr>
            <a:lvl3pPr marL="685800" indent="0">
              <a:buFontTx/>
              <a:buNone/>
              <a:defRPr lang="en-US" sz="1800" dirty="0" smtClean="0">
                <a:solidFill>
                  <a:schemeClr val="bg1"/>
                </a:solidFill>
                <a:latin typeface="+mn-lt"/>
              </a:defRPr>
            </a:lvl3pPr>
            <a:lvl4pPr marL="1143000" indent="0">
              <a:buFontTx/>
              <a:buNone/>
              <a:defRPr lang="en-US" sz="1800" dirty="0" smtClean="0">
                <a:solidFill>
                  <a:schemeClr val="bg1"/>
                </a:solidFill>
                <a:latin typeface="+mn-lt"/>
              </a:defRPr>
            </a:lvl4pPr>
            <a:lvl5pPr marL="1600200" indent="0">
              <a:buFontTx/>
              <a:buNone/>
              <a:defRPr lang="en-US" sz="1800" dirty="0">
                <a:solidFill>
                  <a:schemeClr val="bg1"/>
                </a:solidFill>
                <a:latin typeface="+mn-lt"/>
              </a:defRPr>
            </a:lvl5pPr>
          </a:lstStyle>
          <a:p>
            <a:pPr marL="0" lvl="0"/>
            <a:r>
              <a:rPr lang="en-US"/>
              <a:t>Click to edit Master text styles</a:t>
            </a:r>
          </a:p>
        </p:txBody>
      </p:sp>
      <p:pic>
        <p:nvPicPr>
          <p:cNvPr id="10" name="Graphic 9">
            <a:extLst>
              <a:ext uri="{FF2B5EF4-FFF2-40B4-BE49-F238E27FC236}">
                <a16:creationId xmlns:a16="http://schemas.microsoft.com/office/drawing/2014/main" id="{DF2C6EF7-FFFB-8C20-9A51-1D151028BD9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p:blipFill>
        <p:spPr>
          <a:xfrm>
            <a:off x="863943" y="1205724"/>
            <a:ext cx="2447669" cy="508142"/>
          </a:xfrm>
          <a:prstGeom prst="rect">
            <a:avLst/>
          </a:prstGeom>
        </p:spPr>
      </p:pic>
    </p:spTree>
    <p:extLst>
      <p:ext uri="{BB962C8B-B14F-4D97-AF65-F5344CB8AC3E}">
        <p14:creationId xmlns:p14="http://schemas.microsoft.com/office/powerpoint/2010/main" val="2709945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Sub + Text | Light">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6365812" y="6727852"/>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2" name="Tekstvak 1">
            <a:extLst>
              <a:ext uri="{FF2B5EF4-FFF2-40B4-BE49-F238E27FC236}">
                <a16:creationId xmlns:a16="http://schemas.microsoft.com/office/drawing/2014/main" id="{F898E205-199B-37F2-6FAD-1ED8AABCB210}"/>
              </a:ext>
            </a:extLst>
          </p:cNvPr>
          <p:cNvSpPr txBox="1"/>
          <p:nvPr userDrawn="1"/>
        </p:nvSpPr>
        <p:spPr>
          <a:xfrm>
            <a:off x="7243763" y="157163"/>
            <a:ext cx="184731" cy="338554"/>
          </a:xfrm>
          <a:prstGeom prst="rect">
            <a:avLst/>
          </a:prstGeom>
          <a:noFill/>
        </p:spPr>
        <p:txBody>
          <a:bodyPr wrap="none" rtlCol="0">
            <a:spAutoFit/>
          </a:bodyPr>
          <a:lstStyle/>
          <a:p>
            <a:pPr algn="l"/>
            <a:endParaRPr lang="nl-BE" sz="1600" dirty="0"/>
          </a:p>
        </p:txBody>
      </p:sp>
      <p:sp>
        <p:nvSpPr>
          <p:cNvPr id="3" name="Tekstvak 2">
            <a:extLst>
              <a:ext uri="{FF2B5EF4-FFF2-40B4-BE49-F238E27FC236}">
                <a16:creationId xmlns:a16="http://schemas.microsoft.com/office/drawing/2014/main" id="{C0FF5224-8022-8776-1E47-8EF788242641}"/>
              </a:ext>
            </a:extLst>
          </p:cNvPr>
          <p:cNvSpPr txBox="1"/>
          <p:nvPr userDrawn="1"/>
        </p:nvSpPr>
        <p:spPr>
          <a:xfrm>
            <a:off x="12087225" y="71438"/>
            <a:ext cx="184731" cy="338554"/>
          </a:xfrm>
          <a:prstGeom prst="rect">
            <a:avLst/>
          </a:prstGeom>
          <a:noFill/>
        </p:spPr>
        <p:txBody>
          <a:bodyPr wrap="none" rtlCol="0">
            <a:spAutoFit/>
          </a:bodyPr>
          <a:lstStyle/>
          <a:p>
            <a:pPr algn="l"/>
            <a:endParaRPr lang="nl-BE" sz="1600" dirty="0"/>
          </a:p>
        </p:txBody>
      </p:sp>
      <p:sp>
        <p:nvSpPr>
          <p:cNvPr id="9" name="Text Placeholder 6">
            <a:extLst>
              <a:ext uri="{FF2B5EF4-FFF2-40B4-BE49-F238E27FC236}">
                <a16:creationId xmlns:a16="http://schemas.microsoft.com/office/drawing/2014/main" id="{2169D733-98A1-FAB9-3253-AA81239167D1}"/>
              </a:ext>
            </a:extLst>
          </p:cNvPr>
          <p:cNvSpPr>
            <a:spLocks noGrp="1"/>
          </p:cNvSpPr>
          <p:nvPr>
            <p:ph type="body" sz="quarter" idx="11" hasCustomPrompt="1"/>
          </p:nvPr>
        </p:nvSpPr>
        <p:spPr>
          <a:xfrm>
            <a:off x="876302" y="971938"/>
            <a:ext cx="1051559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11" name="Text Placeholder 3">
            <a:extLst>
              <a:ext uri="{FF2B5EF4-FFF2-40B4-BE49-F238E27FC236}">
                <a16:creationId xmlns:a16="http://schemas.microsoft.com/office/drawing/2014/main" id="{C5909FA9-5895-59D9-338B-B8B3A05E288B}"/>
              </a:ext>
            </a:extLst>
          </p:cNvPr>
          <p:cNvSpPr>
            <a:spLocks noGrp="1"/>
          </p:cNvSpPr>
          <p:nvPr>
            <p:ph type="body" sz="quarter" idx="12"/>
          </p:nvPr>
        </p:nvSpPr>
        <p:spPr>
          <a:xfrm>
            <a:off x="876301" y="1638300"/>
            <a:ext cx="10515599" cy="3204993"/>
          </a:xfrm>
          <a:prstGeom prst="rect">
            <a:avLst/>
          </a:prstGeom>
        </p:spPr>
        <p:txBody>
          <a:bodyPr lIns="0" rIns="0"/>
          <a:lstStyle>
            <a:lvl1pPr marL="177800" indent="-177800">
              <a:lnSpc>
                <a:spcPct val="120000"/>
              </a:lnSpc>
              <a:tabLst/>
              <a:defRPr spc="0">
                <a:solidFill>
                  <a:schemeClr val="accent1"/>
                </a:solidFill>
              </a:defRPr>
            </a:lvl1pPr>
            <a:lvl2pPr marL="357188" indent="-179388">
              <a:lnSpc>
                <a:spcPct val="120000"/>
              </a:lnSpc>
              <a:tabLst/>
              <a:defRPr spc="0">
                <a:solidFill>
                  <a:schemeClr val="accent1"/>
                </a:solidFill>
              </a:defRPr>
            </a:lvl2pPr>
            <a:lvl3pPr marL="536575" indent="-179388">
              <a:lnSpc>
                <a:spcPct val="120000"/>
              </a:lnSpc>
              <a:tabLst/>
              <a:defRPr spc="0">
                <a:solidFill>
                  <a:schemeClr val="accent1"/>
                </a:solidFill>
              </a:defRPr>
            </a:lvl3pPr>
            <a:lvl4pPr marL="714375" indent="-177800">
              <a:lnSpc>
                <a:spcPct val="120000"/>
              </a:lnSpc>
              <a:tabLst/>
              <a:defRPr spc="0">
                <a:solidFill>
                  <a:schemeClr val="accent1"/>
                </a:solidFill>
              </a:defRPr>
            </a:lvl4pPr>
            <a:lvl5pPr marL="893763" indent="-179388">
              <a:lnSpc>
                <a:spcPct val="120000"/>
              </a:lnSpc>
              <a:tabLst/>
              <a:defRPr spc="0">
                <a:solidFill>
                  <a:schemeClr val="accent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Title 1">
            <a:extLst>
              <a:ext uri="{FF2B5EF4-FFF2-40B4-BE49-F238E27FC236}">
                <a16:creationId xmlns:a16="http://schemas.microsoft.com/office/drawing/2014/main" id="{BB8B7C3F-03E9-56E0-F759-0BBD7B34F42B}"/>
              </a:ext>
            </a:extLst>
          </p:cNvPr>
          <p:cNvSpPr>
            <a:spLocks noGrp="1"/>
          </p:cNvSpPr>
          <p:nvPr>
            <p:ph type="title"/>
          </p:nvPr>
        </p:nvSpPr>
        <p:spPr>
          <a:xfrm>
            <a:off x="876300" y="371482"/>
            <a:ext cx="10515600" cy="600456"/>
          </a:xfrm>
          <a:prstGeom prst="rect">
            <a:avLst/>
          </a:prstGeom>
        </p:spPr>
        <p:txBody>
          <a:bodyPr lIns="0" rIns="0" anchor="ctr" anchorCtr="0"/>
          <a:lstStyle/>
          <a:p>
            <a:r>
              <a:rPr lang="en-GB" dirty="0"/>
              <a:t>Click to edit Master title style</a:t>
            </a:r>
            <a:endParaRPr lang="nl-NL" dirty="0"/>
          </a:p>
        </p:txBody>
      </p:sp>
    </p:spTree>
    <p:extLst>
      <p:ext uri="{BB962C8B-B14F-4D97-AF65-F5344CB8AC3E}">
        <p14:creationId xmlns:p14="http://schemas.microsoft.com/office/powerpoint/2010/main" val="116761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Sub | Light">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
        <p:nvSpPr>
          <p:cNvPr id="2" name="Text Placeholder 6">
            <a:extLst>
              <a:ext uri="{FF2B5EF4-FFF2-40B4-BE49-F238E27FC236}">
                <a16:creationId xmlns:a16="http://schemas.microsoft.com/office/drawing/2014/main" id="{9EF81821-C345-2C91-7E03-C69661B1EB19}"/>
              </a:ext>
            </a:extLst>
          </p:cNvPr>
          <p:cNvSpPr>
            <a:spLocks noGrp="1"/>
          </p:cNvSpPr>
          <p:nvPr>
            <p:ph type="body" sz="quarter" idx="11" hasCustomPrompt="1"/>
          </p:nvPr>
        </p:nvSpPr>
        <p:spPr>
          <a:xfrm>
            <a:off x="876302" y="989868"/>
            <a:ext cx="1051559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3" name="Title 1">
            <a:extLst>
              <a:ext uri="{FF2B5EF4-FFF2-40B4-BE49-F238E27FC236}">
                <a16:creationId xmlns:a16="http://schemas.microsoft.com/office/drawing/2014/main" id="{4E13F8D0-B5D6-74E4-D0A6-6A5CA0ADE884}"/>
              </a:ext>
            </a:extLst>
          </p:cNvPr>
          <p:cNvSpPr>
            <a:spLocks noGrp="1"/>
          </p:cNvSpPr>
          <p:nvPr>
            <p:ph type="title"/>
          </p:nvPr>
        </p:nvSpPr>
        <p:spPr>
          <a:xfrm>
            <a:off x="876300" y="389412"/>
            <a:ext cx="10515600" cy="600456"/>
          </a:xfrm>
          <a:prstGeom prst="rect">
            <a:avLst/>
          </a:prstGeom>
        </p:spPr>
        <p:txBody>
          <a:bodyPr lIns="0" rIns="0" anchor="ctr" anchorCtr="0"/>
          <a:lstStyle/>
          <a:p>
            <a:r>
              <a:rPr lang="en-GB" dirty="0"/>
              <a:t>Click to edit Master title style</a:t>
            </a:r>
            <a:endParaRPr lang="nl-NL" dirty="0"/>
          </a:p>
        </p:txBody>
      </p:sp>
    </p:spTree>
    <p:extLst>
      <p:ext uri="{BB962C8B-B14F-4D97-AF65-F5344CB8AC3E}">
        <p14:creationId xmlns:p14="http://schemas.microsoft.com/office/powerpoint/2010/main" val="367355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 Light">
    <p:spTree>
      <p:nvGrpSpPr>
        <p:cNvPr id="1" name=""/>
        <p:cNvGrpSpPr/>
        <p:nvPr/>
      </p:nvGrpSpPr>
      <p:grpSpPr>
        <a:xfrm>
          <a:off x="0" y="0"/>
          <a:ext cx="0" cy="0"/>
          <a:chOff x="0" y="0"/>
          <a:chExt cx="0" cy="0"/>
        </a:xfrm>
      </p:grpSpPr>
      <p:sp>
        <p:nvSpPr>
          <p:cNvPr id="10" name="Disclaimer-English (United States)">
            <a:extLst>
              <a:ext uri="{FF2B5EF4-FFF2-40B4-BE49-F238E27FC236}">
                <a16:creationId xmlns:a16="http://schemas.microsoft.com/office/drawing/2014/main" id="{35BA136D-9368-5546-B2BA-488E18CCE2A4}"/>
              </a:ext>
            </a:extLst>
          </p:cNvPr>
          <p:cNvSpPr>
            <a:spLocks noChangeArrowheads="1"/>
          </p:cNvSpPr>
          <p:nvPr userDrawn="1">
            <p:custDataLst>
              <p:tags r:id="rId2"/>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4" name="Text Placeholder 4">
            <a:extLst>
              <a:ext uri="{FF2B5EF4-FFF2-40B4-BE49-F238E27FC236}">
                <a16:creationId xmlns:a16="http://schemas.microsoft.com/office/drawing/2014/main" id="{ED4C0B8F-504D-4C88-64D0-FED6F1872722}"/>
              </a:ext>
            </a:extLst>
          </p:cNvPr>
          <p:cNvSpPr>
            <a:spLocks noGrp="1"/>
          </p:cNvSpPr>
          <p:nvPr>
            <p:ph type="body" sz="quarter" idx="13" hasCustomPrompt="1"/>
          </p:nvPr>
        </p:nvSpPr>
        <p:spPr>
          <a:xfrm>
            <a:off x="876301" y="3677888"/>
            <a:ext cx="10496061" cy="363176"/>
          </a:xfrm>
          <a:prstGeom prst="rect">
            <a:avLst/>
          </a:prstGeom>
        </p:spPr>
        <p:txBody>
          <a:bodyPr lIns="0"/>
          <a:lstStyle>
            <a:lvl1pPr marL="0" indent="0" algn="l">
              <a:lnSpc>
                <a:spcPct val="120000"/>
              </a:lnSpc>
              <a:spcBef>
                <a:spcPts val="0"/>
              </a:spcBef>
              <a:buNone/>
              <a:defRPr spc="0">
                <a:solidFill>
                  <a:schemeClr val="accent3">
                    <a:lumMod val="60000"/>
                    <a:lumOff val="40000"/>
                  </a:schemeClr>
                </a:solidFill>
              </a:defRPr>
            </a:lvl1pPr>
            <a:lvl2pPr marL="548640" indent="0" algn="ctr">
              <a:buNone/>
              <a:defRPr>
                <a:solidFill>
                  <a:schemeClr val="bg1"/>
                </a:solidFill>
              </a:defRPr>
            </a:lvl2pPr>
            <a:lvl3pPr marL="1005840" indent="0" algn="ctr">
              <a:buNone/>
              <a:defRPr>
                <a:solidFill>
                  <a:schemeClr val="bg1"/>
                </a:solidFill>
              </a:defRPr>
            </a:lvl3pPr>
            <a:lvl4pPr marL="1463040" indent="0" algn="ctr">
              <a:buNone/>
              <a:defRPr>
                <a:solidFill>
                  <a:schemeClr val="bg1"/>
                </a:solidFill>
              </a:defRPr>
            </a:lvl4pPr>
            <a:lvl5pPr marL="1920240" indent="0" algn="ctr">
              <a:buNone/>
              <a:defRPr>
                <a:solidFill>
                  <a:schemeClr val="bg1"/>
                </a:solidFill>
              </a:defRPr>
            </a:lvl5pPr>
          </a:lstStyle>
          <a:p>
            <a:pPr lvl="0"/>
            <a:r>
              <a:rPr lang="en-US" dirty="0"/>
              <a:t>Optional short subtext. Delete if not needed.</a:t>
            </a:r>
          </a:p>
        </p:txBody>
      </p:sp>
      <p:sp>
        <p:nvSpPr>
          <p:cNvPr id="5" name="Title 1">
            <a:extLst>
              <a:ext uri="{FF2B5EF4-FFF2-40B4-BE49-F238E27FC236}">
                <a16:creationId xmlns:a16="http://schemas.microsoft.com/office/drawing/2014/main" id="{1DF9CB2A-630F-353F-8C2A-93963ABC39F0}"/>
              </a:ext>
            </a:extLst>
          </p:cNvPr>
          <p:cNvSpPr>
            <a:spLocks noGrp="1"/>
          </p:cNvSpPr>
          <p:nvPr>
            <p:ph type="title" hasCustomPrompt="1"/>
          </p:nvPr>
        </p:nvSpPr>
        <p:spPr>
          <a:xfrm>
            <a:off x="876300" y="2155076"/>
            <a:ext cx="10496062" cy="1522688"/>
          </a:xfrm>
          <a:prstGeom prst="rect">
            <a:avLst/>
          </a:prstGeom>
        </p:spPr>
        <p:txBody>
          <a:bodyPr vert="horz" lIns="0" tIns="45720" rIns="0" bIns="45720" rtlCol="0" anchor="ctr" anchorCtr="0">
            <a:noAutofit/>
          </a:bodyPr>
          <a:lstStyle>
            <a:lvl1pPr marL="7938" indent="0" algn="l">
              <a:tabLst/>
              <a:defRPr lang="en-US" sz="4800" b="0" i="0" spc="-20">
                <a:solidFill>
                  <a:schemeClr val="accent1"/>
                </a:solidFill>
                <a:latin typeface="Lexend Medium" pitchFamily="2" charset="77"/>
                <a:ea typeface="Lexend Medium" pitchFamily="2" charset="77"/>
                <a:cs typeface="Lexend Medium" pitchFamily="2" charset="77"/>
              </a:defRPr>
            </a:lvl1pPr>
          </a:lstStyle>
          <a:p>
            <a:pPr lvl="0"/>
            <a:r>
              <a:rPr lang="en-US" dirty="0"/>
              <a:t>Section Divider – Capitalize Each Word</a:t>
            </a:r>
            <a:endParaRPr lang="en-FI"/>
          </a:p>
        </p:txBody>
      </p:sp>
    </p:spTree>
    <p:extLst>
      <p:ext uri="{BB962C8B-B14F-4D97-AF65-F5344CB8AC3E}">
        <p14:creationId xmlns:p14="http://schemas.microsoft.com/office/powerpoint/2010/main" val="40770494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entered | Light">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3CE07814-D950-7C73-611F-12486C23F966}"/>
              </a:ext>
            </a:extLst>
          </p:cNvPr>
          <p:cNvSpPr>
            <a:spLocks noGrp="1"/>
          </p:cNvSpPr>
          <p:nvPr>
            <p:ph type="body" sz="quarter" idx="13" hasCustomPrompt="1"/>
          </p:nvPr>
        </p:nvSpPr>
        <p:spPr>
          <a:xfrm>
            <a:off x="2849054" y="3590835"/>
            <a:ext cx="6493891" cy="363176"/>
          </a:xfrm>
          <a:prstGeom prst="rect">
            <a:avLst/>
          </a:prstGeom>
        </p:spPr>
        <p:txBody>
          <a:bodyPr/>
          <a:lstStyle>
            <a:lvl1pPr marL="0" indent="0" algn="ctr">
              <a:lnSpc>
                <a:spcPct val="120000"/>
              </a:lnSpc>
              <a:spcBef>
                <a:spcPts val="0"/>
              </a:spcBef>
              <a:buNone/>
              <a:defRPr spc="0">
                <a:solidFill>
                  <a:schemeClr val="accent3">
                    <a:lumMod val="60000"/>
                    <a:lumOff val="40000"/>
                  </a:schemeClr>
                </a:solidFill>
              </a:defRPr>
            </a:lvl1pPr>
            <a:lvl2pPr marL="548640" indent="0" algn="ctr">
              <a:buNone/>
              <a:defRPr>
                <a:solidFill>
                  <a:schemeClr val="bg1"/>
                </a:solidFill>
              </a:defRPr>
            </a:lvl2pPr>
            <a:lvl3pPr marL="1005840" indent="0" algn="ctr">
              <a:buNone/>
              <a:defRPr>
                <a:solidFill>
                  <a:schemeClr val="bg1"/>
                </a:solidFill>
              </a:defRPr>
            </a:lvl3pPr>
            <a:lvl4pPr marL="1463040" indent="0" algn="ctr">
              <a:buNone/>
              <a:defRPr>
                <a:solidFill>
                  <a:schemeClr val="bg1"/>
                </a:solidFill>
              </a:defRPr>
            </a:lvl4pPr>
            <a:lvl5pPr marL="1920240" indent="0" algn="ctr">
              <a:buNone/>
              <a:defRPr>
                <a:solidFill>
                  <a:schemeClr val="bg1"/>
                </a:solidFill>
              </a:defRPr>
            </a:lvl5pPr>
          </a:lstStyle>
          <a:p>
            <a:pPr lvl="0"/>
            <a:r>
              <a:rPr lang="en-US" dirty="0"/>
              <a:t>Optional short subtext. Delete if not needed.</a:t>
            </a:r>
          </a:p>
        </p:txBody>
      </p:sp>
      <p:sp>
        <p:nvSpPr>
          <p:cNvPr id="2" name="Title 1">
            <a:extLst>
              <a:ext uri="{FF2B5EF4-FFF2-40B4-BE49-F238E27FC236}">
                <a16:creationId xmlns:a16="http://schemas.microsoft.com/office/drawing/2014/main" id="{ADB0F071-6068-0153-5DF2-6959FBA61C47}"/>
              </a:ext>
            </a:extLst>
          </p:cNvPr>
          <p:cNvSpPr>
            <a:spLocks noGrp="1"/>
          </p:cNvSpPr>
          <p:nvPr>
            <p:ph type="title" hasCustomPrompt="1"/>
          </p:nvPr>
        </p:nvSpPr>
        <p:spPr>
          <a:xfrm>
            <a:off x="1887422" y="3080544"/>
            <a:ext cx="8417156" cy="510291"/>
          </a:xfrm>
          <a:prstGeom prst="rect">
            <a:avLst/>
          </a:prstGeom>
        </p:spPr>
        <p:txBody>
          <a:bodyPr vert="horz" lIns="0" tIns="45720" rIns="0" bIns="45720" rtlCol="0" anchor="b">
            <a:noAutofit/>
          </a:bodyPr>
          <a:lstStyle>
            <a:lvl1pPr algn="ctr">
              <a:defRPr lang="en-US" sz="4800" b="0" i="0" spc="-20">
                <a:solidFill>
                  <a:schemeClr val="accent1"/>
                </a:solidFill>
                <a:latin typeface="Lexend Medium" pitchFamily="2" charset="77"/>
                <a:ea typeface="Lexend Medium" pitchFamily="2" charset="77"/>
                <a:cs typeface="Lexend Medium" pitchFamily="2" charset="77"/>
              </a:defRPr>
            </a:lvl1pPr>
          </a:lstStyle>
          <a:p>
            <a:pPr lvl="0"/>
            <a:r>
              <a:rPr lang="en-US" dirty="0"/>
              <a:t>Section Divider – Capitalize Each Word</a:t>
            </a:r>
            <a:endParaRPr lang="en-FI"/>
          </a:p>
        </p:txBody>
      </p:sp>
    </p:spTree>
    <p:extLst>
      <p:ext uri="{BB962C8B-B14F-4D97-AF65-F5344CB8AC3E}">
        <p14:creationId xmlns:p14="http://schemas.microsoft.com/office/powerpoint/2010/main" val="187891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tility Slides | Light">
    <p:spTree>
      <p:nvGrpSpPr>
        <p:cNvPr id="1" name=""/>
        <p:cNvGrpSpPr/>
        <p:nvPr/>
      </p:nvGrpSpPr>
      <p:grpSpPr>
        <a:xfrm>
          <a:off x="0" y="0"/>
          <a:ext cx="0" cy="0"/>
          <a:chOff x="0" y="0"/>
          <a:chExt cx="0" cy="0"/>
        </a:xfrm>
      </p:grpSpPr>
      <p:sp>
        <p:nvSpPr>
          <p:cNvPr id="3" name="Disclaimer-English (United States)">
            <a:extLst>
              <a:ext uri="{FF2B5EF4-FFF2-40B4-BE49-F238E27FC236}">
                <a16:creationId xmlns:a16="http://schemas.microsoft.com/office/drawing/2014/main" id="{D5D0D6BE-02E5-E18B-FDCC-7D631EC2BB08}"/>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
        <p:nvSpPr>
          <p:cNvPr id="11" name="Text Placeholder 10">
            <a:extLst>
              <a:ext uri="{FF2B5EF4-FFF2-40B4-BE49-F238E27FC236}">
                <a16:creationId xmlns:a16="http://schemas.microsoft.com/office/drawing/2014/main" id="{F447EAE3-8A4F-B426-ACF4-5137926360FF}"/>
              </a:ext>
            </a:extLst>
          </p:cNvPr>
          <p:cNvSpPr>
            <a:spLocks noGrp="1"/>
          </p:cNvSpPr>
          <p:nvPr>
            <p:ph type="body" sz="quarter" idx="10"/>
          </p:nvPr>
        </p:nvSpPr>
        <p:spPr>
          <a:xfrm>
            <a:off x="1338524" y="1638300"/>
            <a:ext cx="6814876" cy="5029200"/>
          </a:xfrm>
          <a:prstGeom prst="rect">
            <a:avLst/>
          </a:prstGeom>
        </p:spPr>
        <p:txBody>
          <a:bodyPr wrap="square" lIns="0" tIns="0" rIns="0" bIns="0" anchor="t" anchorCtr="0">
            <a:noAutofit/>
          </a:bodyPr>
          <a:lstStyle>
            <a:lvl1pPr marL="9525" indent="0" algn="l">
              <a:buNone/>
              <a:tabLst/>
              <a:defRPr sz="1400">
                <a:solidFill>
                  <a:schemeClr val="accent1"/>
                </a:solidFill>
              </a:defRPr>
            </a:lvl1pPr>
            <a:lvl2pPr marL="295275" indent="-285750" algn="l">
              <a:buFont typeface="Arial" panose="020B0604020202020204" pitchFamily="34" charset="0"/>
              <a:buChar char="•"/>
              <a:tabLst/>
              <a:defRPr sz="1400">
                <a:solidFill>
                  <a:schemeClr val="accent1"/>
                </a:solidFill>
              </a:defRPr>
            </a:lvl2pPr>
            <a:lvl3pPr marL="295275" indent="-285750" algn="l">
              <a:buFont typeface="Arial" panose="020B0604020202020204" pitchFamily="34" charset="0"/>
              <a:buChar char="•"/>
              <a:tabLst/>
              <a:defRPr sz="1400">
                <a:solidFill>
                  <a:schemeClr val="tx1"/>
                </a:solidFill>
              </a:defRPr>
            </a:lvl3pPr>
            <a:lvl4pPr marL="295275" indent="-285750" algn="l">
              <a:buFont typeface="Arial" panose="020B0604020202020204" pitchFamily="34" charset="0"/>
              <a:buChar char="•"/>
              <a:tabLst/>
              <a:defRPr sz="1400">
                <a:solidFill>
                  <a:schemeClr val="accent1"/>
                </a:solidFill>
              </a:defRPr>
            </a:lvl4pPr>
            <a:lvl5pPr marL="295275" indent="-285750" algn="l">
              <a:buFont typeface="Arial" panose="020B0604020202020204" pitchFamily="34" charset="0"/>
              <a:buChar char="•"/>
              <a:tabLst/>
              <a:defRPr sz="1400">
                <a:solidFill>
                  <a:schemeClr val="accent1"/>
                </a:solidFill>
              </a:defRPr>
            </a:lvl5pPr>
          </a:lstStyle>
          <a:p>
            <a:pPr lvl="0"/>
            <a:r>
              <a:rPr lang="en-GB" dirty="0"/>
              <a:t>Click to edit Master text styles</a:t>
            </a:r>
          </a:p>
          <a:p>
            <a:pPr lvl="1"/>
            <a:r>
              <a:rPr lang="en-GB" dirty="0"/>
              <a:t>Second level</a:t>
            </a:r>
          </a:p>
          <a:p>
            <a:pPr lvl="3"/>
            <a:r>
              <a:rPr lang="en-GB" dirty="0"/>
              <a:t>Third level</a:t>
            </a:r>
          </a:p>
          <a:p>
            <a:pPr lvl="3"/>
            <a:r>
              <a:rPr lang="en-GB" dirty="0"/>
              <a:t>Fourth level</a:t>
            </a:r>
          </a:p>
          <a:p>
            <a:pPr lvl="4"/>
            <a:r>
              <a:rPr lang="en-GB" dirty="0"/>
              <a:t>Fifth level</a:t>
            </a:r>
            <a:endParaRPr lang="nl-NL" dirty="0"/>
          </a:p>
        </p:txBody>
      </p:sp>
      <p:sp>
        <p:nvSpPr>
          <p:cNvPr id="14" name="Title 1">
            <a:extLst>
              <a:ext uri="{FF2B5EF4-FFF2-40B4-BE49-F238E27FC236}">
                <a16:creationId xmlns:a16="http://schemas.microsoft.com/office/drawing/2014/main" id="{0F983174-08FC-278E-1BD4-458625402917}"/>
              </a:ext>
            </a:extLst>
          </p:cNvPr>
          <p:cNvSpPr>
            <a:spLocks noGrp="1"/>
          </p:cNvSpPr>
          <p:nvPr>
            <p:ph type="title"/>
          </p:nvPr>
        </p:nvSpPr>
        <p:spPr>
          <a:xfrm>
            <a:off x="1338524" y="365125"/>
            <a:ext cx="9939076" cy="600456"/>
          </a:xfrm>
          <a:prstGeom prst="rect">
            <a:avLst/>
          </a:prstGeom>
        </p:spPr>
        <p:txBody>
          <a:bodyPr lIns="0" rIns="0" anchor="ctr" anchorCtr="0"/>
          <a:lstStyle>
            <a:lvl1pPr>
              <a:defRPr>
                <a:solidFill>
                  <a:schemeClr val="accent1"/>
                </a:solidFill>
              </a:defRPr>
            </a:lvl1pPr>
          </a:lstStyle>
          <a:p>
            <a:r>
              <a:rPr lang="en-GB" dirty="0"/>
              <a:t>Click to edit Master title style</a:t>
            </a:r>
            <a:endParaRPr lang="nl-NL" dirty="0"/>
          </a:p>
        </p:txBody>
      </p:sp>
    </p:spTree>
    <p:extLst>
      <p:ext uri="{BB962C8B-B14F-4D97-AF65-F5344CB8AC3E}">
        <p14:creationId xmlns:p14="http://schemas.microsoft.com/office/powerpoint/2010/main" val="2132598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 Light">
    <p:spTree>
      <p:nvGrpSpPr>
        <p:cNvPr id="1" name=""/>
        <p:cNvGrpSpPr/>
        <p:nvPr/>
      </p:nvGrpSpPr>
      <p:grpSpPr>
        <a:xfrm>
          <a:off x="0" y="0"/>
          <a:ext cx="0" cy="0"/>
          <a:chOff x="0" y="0"/>
          <a:chExt cx="0" cy="0"/>
        </a:xfrm>
      </p:grpSpPr>
      <p:sp>
        <p:nvSpPr>
          <p:cNvPr id="3" name="Disclaimer-English (United States)">
            <a:extLst>
              <a:ext uri="{FF2B5EF4-FFF2-40B4-BE49-F238E27FC236}">
                <a16:creationId xmlns:a16="http://schemas.microsoft.com/office/drawing/2014/main" id="{D5D0D6BE-02E5-E18B-FDCC-7D631EC2BB08}"/>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Tree>
    <p:extLst>
      <p:ext uri="{BB962C8B-B14F-4D97-AF65-F5344CB8AC3E}">
        <p14:creationId xmlns:p14="http://schemas.microsoft.com/office/powerpoint/2010/main" val="40208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pen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8FDD6D-50D0-DD04-BD81-0CB89C283817}"/>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colorTemperature colorTemp="6489"/>
                    </a14:imgEffect>
                    <a14:imgEffect>
                      <a14:brightnessContrast bright="9000"/>
                    </a14:imgEffect>
                  </a14:imgLayer>
                </a14:imgProps>
              </a:ex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4" name="gradient">
            <a:extLst>
              <a:ext uri="{FF2B5EF4-FFF2-40B4-BE49-F238E27FC236}">
                <a16:creationId xmlns:a16="http://schemas.microsoft.com/office/drawing/2014/main" id="{B5942621-F5A1-2F94-AF1C-E9D24429E812}"/>
              </a:ext>
            </a:extLst>
          </p:cNvPr>
          <p:cNvSpPr/>
          <p:nvPr userDrawn="1"/>
        </p:nvSpPr>
        <p:spPr>
          <a:xfrm rot="5400000">
            <a:off x="2666998" y="-2666999"/>
            <a:ext cx="6858002" cy="12192002"/>
          </a:xfrm>
          <a:prstGeom prst="rect">
            <a:avLst/>
          </a:prstGeom>
          <a:gradFill flip="none" rotWithShape="1">
            <a:gsLst>
              <a:gs pos="0">
                <a:schemeClr val="bg1">
                  <a:alpha val="47000"/>
                  <a:lumMod val="100000"/>
                </a:schemeClr>
              </a:gs>
              <a:gs pos="34000">
                <a:schemeClr val="accent3">
                  <a:alpha val="30886"/>
                </a:schemeClr>
              </a:gs>
              <a:gs pos="0">
                <a:schemeClr val="accent6">
                  <a:alpha val="35158"/>
                </a:schemeClr>
              </a:gs>
              <a:gs pos="67000">
                <a:schemeClr val="bg1">
                  <a:lumMod val="75000"/>
                  <a:alpha val="66000"/>
                </a:schemeClr>
              </a:gs>
              <a:gs pos="100000">
                <a:schemeClr val="bg2">
                  <a:lumMod val="95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exend Medium" pitchFamily="2" charset="77"/>
            </a:endParaRPr>
          </a:p>
        </p:txBody>
      </p:sp>
      <p:sp>
        <p:nvSpPr>
          <p:cNvPr id="7" name="Title 8">
            <a:extLst>
              <a:ext uri="{FF2B5EF4-FFF2-40B4-BE49-F238E27FC236}">
                <a16:creationId xmlns:a16="http://schemas.microsoft.com/office/drawing/2014/main" id="{7248F529-6E74-DEA8-F5C5-88B7D88CD9E8}"/>
              </a:ext>
            </a:extLst>
          </p:cNvPr>
          <p:cNvSpPr>
            <a:spLocks noGrp="1"/>
          </p:cNvSpPr>
          <p:nvPr>
            <p:ph type="title" hasCustomPrompt="1"/>
          </p:nvPr>
        </p:nvSpPr>
        <p:spPr>
          <a:xfrm>
            <a:off x="876844" y="2217051"/>
            <a:ext cx="7537529" cy="1325563"/>
          </a:xfrm>
          <a:prstGeom prst="rect">
            <a:avLst/>
          </a:prstGeom>
        </p:spPr>
        <p:txBody>
          <a:bodyPr lIns="0" tIns="0" rIns="0" bIns="0" anchor="b"/>
          <a:lstStyle>
            <a:lvl1pPr>
              <a:defRPr sz="4000" b="1" i="0">
                <a:solidFill>
                  <a:schemeClr val="accent1"/>
                </a:solidFill>
                <a:latin typeface="Lexend SemiBold" pitchFamily="2" charset="77"/>
              </a:defRPr>
            </a:lvl1pPr>
          </a:lstStyle>
          <a:p>
            <a:r>
              <a:rPr lang="en-US" dirty="0"/>
              <a:t>Click to Edit Title</a:t>
            </a:r>
          </a:p>
        </p:txBody>
      </p:sp>
      <p:sp>
        <p:nvSpPr>
          <p:cNvPr id="9" name="Text Placeholder 11">
            <a:extLst>
              <a:ext uri="{FF2B5EF4-FFF2-40B4-BE49-F238E27FC236}">
                <a16:creationId xmlns:a16="http://schemas.microsoft.com/office/drawing/2014/main" id="{DA7EFE7C-C2D4-0E05-9369-036704ADE36A}"/>
              </a:ext>
            </a:extLst>
          </p:cNvPr>
          <p:cNvSpPr>
            <a:spLocks noGrp="1"/>
          </p:cNvSpPr>
          <p:nvPr>
            <p:ph type="body" sz="quarter" idx="10" hasCustomPrompt="1"/>
          </p:nvPr>
        </p:nvSpPr>
        <p:spPr>
          <a:xfrm>
            <a:off x="892776" y="4340374"/>
            <a:ext cx="1728788" cy="278538"/>
          </a:xfrm>
          <a:prstGeom prst="rect">
            <a:avLst/>
          </a:prstGeom>
          <a:noFill/>
        </p:spPr>
        <p:txBody>
          <a:bodyPr wrap="square" lIns="0">
            <a:spAutoFit/>
          </a:bodyPr>
          <a:lstStyle>
            <a:lvl1pPr marL="0" indent="0">
              <a:buNone/>
              <a:defRPr lang="en-US" sz="1100" b="0" i="0" spc="0" dirty="0" smtClean="0">
                <a:solidFill>
                  <a:schemeClr val="bg1"/>
                </a:solidFill>
                <a:latin typeface="Lexend Light" pitchFamily="2" charset="77"/>
                <a:ea typeface="Lexend Light" pitchFamily="2" charset="77"/>
                <a:cs typeface="Lexend Light" pitchFamily="2" charset="77"/>
              </a:defRPr>
            </a:lvl1pPr>
            <a:lvl2pPr marL="228600" indent="0">
              <a:buNone/>
              <a:defRPr lang="en-US" sz="1100" dirty="0" smtClean="0">
                <a:solidFill>
                  <a:schemeClr val="bg1"/>
                </a:solidFill>
              </a:defRPr>
            </a:lvl2pPr>
            <a:lvl3pPr marL="685800" indent="0">
              <a:buNone/>
              <a:defRPr lang="en-US" sz="1100" dirty="0" smtClean="0">
                <a:solidFill>
                  <a:schemeClr val="bg1"/>
                </a:solidFill>
              </a:defRPr>
            </a:lvl3pPr>
            <a:lvl4pPr marL="1143000" indent="0">
              <a:buNone/>
              <a:defRPr lang="en-US" sz="1100" dirty="0" smtClean="0">
                <a:solidFill>
                  <a:schemeClr val="bg1"/>
                </a:solidFill>
              </a:defRPr>
            </a:lvl4pPr>
            <a:lvl5pPr marL="1600200" indent="0">
              <a:buNone/>
              <a:defRPr lang="en-US" sz="1100" dirty="0">
                <a:solidFill>
                  <a:schemeClr val="bg1"/>
                </a:solidFill>
              </a:defRPr>
            </a:lvl5pPr>
          </a:lstStyle>
          <a:p>
            <a:pPr marL="0" lvl="0"/>
            <a:r>
              <a:rPr lang="en-US" dirty="0"/>
              <a:t>Date</a:t>
            </a:r>
          </a:p>
        </p:txBody>
      </p:sp>
      <p:sp>
        <p:nvSpPr>
          <p:cNvPr id="11" name="Text Placeholder 16">
            <a:extLst>
              <a:ext uri="{FF2B5EF4-FFF2-40B4-BE49-F238E27FC236}">
                <a16:creationId xmlns:a16="http://schemas.microsoft.com/office/drawing/2014/main" id="{F6896D75-6287-21C1-DE94-9812524ACCEA}"/>
              </a:ext>
            </a:extLst>
          </p:cNvPr>
          <p:cNvSpPr>
            <a:spLocks noGrp="1"/>
          </p:cNvSpPr>
          <p:nvPr>
            <p:ph type="body" sz="quarter" idx="11"/>
          </p:nvPr>
        </p:nvSpPr>
        <p:spPr>
          <a:xfrm>
            <a:off x="876300" y="3559635"/>
            <a:ext cx="7537529" cy="398635"/>
          </a:xfrm>
          <a:prstGeom prst="rect">
            <a:avLst/>
          </a:prstGeom>
          <a:noFill/>
        </p:spPr>
        <p:txBody>
          <a:bodyPr wrap="square" lIns="0">
            <a:spAutoFit/>
          </a:bodyPr>
          <a:lstStyle>
            <a:lvl1pPr marL="0" indent="0">
              <a:spcBef>
                <a:spcPts val="0"/>
              </a:spcBef>
              <a:buFontTx/>
              <a:buNone/>
              <a:defRPr lang="en-US" sz="1800" b="0" i="0" dirty="0" smtClean="0">
                <a:solidFill>
                  <a:schemeClr val="accent3"/>
                </a:solidFill>
                <a:latin typeface="Lexend Light" pitchFamily="2" charset="77"/>
                <a:ea typeface="Lexend Light" pitchFamily="2" charset="77"/>
                <a:cs typeface="Lexend Light" pitchFamily="2" charset="77"/>
              </a:defRPr>
            </a:lvl1pPr>
            <a:lvl2pPr marL="228600" indent="0">
              <a:buFontTx/>
              <a:buNone/>
              <a:defRPr lang="en-US" sz="1800" dirty="0" smtClean="0">
                <a:solidFill>
                  <a:schemeClr val="bg1"/>
                </a:solidFill>
                <a:latin typeface="+mn-lt"/>
              </a:defRPr>
            </a:lvl2pPr>
            <a:lvl3pPr marL="685800" indent="0">
              <a:buFontTx/>
              <a:buNone/>
              <a:defRPr lang="en-US" sz="1800" dirty="0" smtClean="0">
                <a:solidFill>
                  <a:schemeClr val="bg1"/>
                </a:solidFill>
                <a:latin typeface="+mn-lt"/>
              </a:defRPr>
            </a:lvl3pPr>
            <a:lvl4pPr marL="1143000" indent="0">
              <a:buFontTx/>
              <a:buNone/>
              <a:defRPr lang="en-US" sz="1800" dirty="0" smtClean="0">
                <a:solidFill>
                  <a:schemeClr val="bg1"/>
                </a:solidFill>
                <a:latin typeface="+mn-lt"/>
              </a:defRPr>
            </a:lvl4pPr>
            <a:lvl5pPr marL="1600200" indent="0">
              <a:buFontTx/>
              <a:buNone/>
              <a:defRPr lang="en-US" sz="1800" dirty="0">
                <a:solidFill>
                  <a:schemeClr val="bg1"/>
                </a:solidFill>
                <a:latin typeface="+mn-lt"/>
              </a:defRPr>
            </a:lvl5pPr>
          </a:lstStyle>
          <a:p>
            <a:pPr marL="0" lvl="0"/>
            <a:r>
              <a:rPr lang="en-GB" dirty="0"/>
              <a:t>Click to edit Master text styles</a:t>
            </a:r>
          </a:p>
        </p:txBody>
      </p:sp>
      <p:pic>
        <p:nvPicPr>
          <p:cNvPr id="10" name="Graphic 9">
            <a:extLst>
              <a:ext uri="{FF2B5EF4-FFF2-40B4-BE49-F238E27FC236}">
                <a16:creationId xmlns:a16="http://schemas.microsoft.com/office/drawing/2014/main" id="{DF2C6EF7-FFFB-8C20-9A51-1D151028BD9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863943" y="1206925"/>
            <a:ext cx="2447669" cy="505739"/>
          </a:xfrm>
          <a:prstGeom prst="rect">
            <a:avLst/>
          </a:prstGeom>
        </p:spPr>
      </p:pic>
    </p:spTree>
    <p:extLst>
      <p:ext uri="{BB962C8B-B14F-4D97-AF65-F5344CB8AC3E}">
        <p14:creationId xmlns:p14="http://schemas.microsoft.com/office/powerpoint/2010/main" val="1546842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Sub + Text">
    <p:spTree>
      <p:nvGrpSpPr>
        <p:cNvPr id="1" name=""/>
        <p:cNvGrpSpPr/>
        <p:nvPr/>
      </p:nvGrpSpPr>
      <p:grpSpPr>
        <a:xfrm>
          <a:off x="0" y="0"/>
          <a:ext cx="0" cy="0"/>
          <a:chOff x="0" y="0"/>
          <a:chExt cx="0" cy="0"/>
        </a:xfrm>
      </p:grpSpPr>
      <p:sp>
        <p:nvSpPr>
          <p:cNvPr id="6" name="Text Placeholder 6">
            <a:extLst>
              <a:ext uri="{FF2B5EF4-FFF2-40B4-BE49-F238E27FC236}">
                <a16:creationId xmlns:a16="http://schemas.microsoft.com/office/drawing/2014/main" id="{ABB3D156-9B47-0514-A42D-089E70DDB821}"/>
              </a:ext>
            </a:extLst>
          </p:cNvPr>
          <p:cNvSpPr>
            <a:spLocks noGrp="1"/>
          </p:cNvSpPr>
          <p:nvPr>
            <p:ph type="body" sz="quarter" idx="11" hasCustomPrompt="1"/>
          </p:nvPr>
        </p:nvSpPr>
        <p:spPr>
          <a:xfrm>
            <a:off x="876302" y="965581"/>
            <a:ext cx="1051559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4" name="Text Placeholder 3">
            <a:extLst>
              <a:ext uri="{FF2B5EF4-FFF2-40B4-BE49-F238E27FC236}">
                <a16:creationId xmlns:a16="http://schemas.microsoft.com/office/drawing/2014/main" id="{0ADC1850-3B42-6DE4-C775-5A59E4498661}"/>
              </a:ext>
            </a:extLst>
          </p:cNvPr>
          <p:cNvSpPr>
            <a:spLocks noGrp="1"/>
          </p:cNvSpPr>
          <p:nvPr>
            <p:ph type="body" sz="quarter" idx="12"/>
          </p:nvPr>
        </p:nvSpPr>
        <p:spPr>
          <a:xfrm>
            <a:off x="876301" y="1652587"/>
            <a:ext cx="10515599" cy="3204993"/>
          </a:xfrm>
          <a:prstGeom prst="rect">
            <a:avLst/>
          </a:prstGeom>
        </p:spPr>
        <p:txBody>
          <a:bodyPr lIns="0" rIns="0"/>
          <a:lstStyle>
            <a:lvl1pPr marL="177800" indent="-177800">
              <a:lnSpc>
                <a:spcPct val="120000"/>
              </a:lnSpc>
              <a:tabLst/>
              <a:defRPr spc="0">
                <a:solidFill>
                  <a:schemeClr val="tx1"/>
                </a:solidFill>
              </a:defRPr>
            </a:lvl1pPr>
            <a:lvl2pPr marL="357188" indent="-179388">
              <a:lnSpc>
                <a:spcPct val="120000"/>
              </a:lnSpc>
              <a:tabLst/>
              <a:defRPr spc="0">
                <a:solidFill>
                  <a:schemeClr val="tx1"/>
                </a:solidFill>
              </a:defRPr>
            </a:lvl2pPr>
            <a:lvl3pPr marL="536575" indent="-179388">
              <a:lnSpc>
                <a:spcPct val="120000"/>
              </a:lnSpc>
              <a:tabLst/>
              <a:defRPr spc="0">
                <a:solidFill>
                  <a:schemeClr val="tx1"/>
                </a:solidFill>
              </a:defRPr>
            </a:lvl3pPr>
            <a:lvl4pPr marL="714375" indent="-177800">
              <a:lnSpc>
                <a:spcPct val="120000"/>
              </a:lnSpc>
              <a:tabLst/>
              <a:defRPr spc="0">
                <a:solidFill>
                  <a:schemeClr val="tx1"/>
                </a:solidFill>
              </a:defRPr>
            </a:lvl4pPr>
            <a:lvl5pPr marL="893763" indent="-179388">
              <a:lnSpc>
                <a:spcPct val="120000"/>
              </a:lnSpc>
              <a:tabLst/>
              <a:defRPr spc="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9AEEFA43-6817-7337-CF67-57950D39D164}"/>
              </a:ext>
            </a:extLst>
          </p:cNvPr>
          <p:cNvSpPr>
            <a:spLocks noGrp="1"/>
          </p:cNvSpPr>
          <p:nvPr>
            <p:ph type="title"/>
          </p:nvPr>
        </p:nvSpPr>
        <p:spPr>
          <a:xfrm>
            <a:off x="876300" y="365125"/>
            <a:ext cx="10515600" cy="600456"/>
          </a:xfrm>
          <a:prstGeom prst="rect">
            <a:avLst/>
          </a:prstGeom>
        </p:spPr>
        <p:txBody>
          <a:bodyPr lIns="0" rIns="0" anchor="ctr" anchorCtr="0"/>
          <a:lstStyle>
            <a:lvl1pPr>
              <a:defRPr>
                <a:solidFill>
                  <a:schemeClr val="tx1"/>
                </a:solidFill>
              </a:defRPr>
            </a:lvl1pPr>
          </a:lstStyle>
          <a:p>
            <a:r>
              <a:rPr lang="en-US"/>
              <a:t>Click to edit Master title style</a:t>
            </a:r>
            <a:endParaRPr lang="nl-NL" dirty="0"/>
          </a:p>
        </p:txBody>
      </p:sp>
    </p:spTree>
    <p:extLst>
      <p:ext uri="{BB962C8B-B14F-4D97-AF65-F5344CB8AC3E}">
        <p14:creationId xmlns:p14="http://schemas.microsoft.com/office/powerpoint/2010/main" val="423515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Subtitle | Dark">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4" name="Text Placeholder 6">
            <a:extLst>
              <a:ext uri="{FF2B5EF4-FFF2-40B4-BE49-F238E27FC236}">
                <a16:creationId xmlns:a16="http://schemas.microsoft.com/office/drawing/2014/main" id="{AA329C7A-4B4D-DFD6-7940-EA4B4EF9E059}"/>
              </a:ext>
            </a:extLst>
          </p:cNvPr>
          <p:cNvSpPr>
            <a:spLocks noGrp="1"/>
          </p:cNvSpPr>
          <p:nvPr>
            <p:ph type="body" sz="quarter" idx="11" hasCustomPrompt="1"/>
          </p:nvPr>
        </p:nvSpPr>
        <p:spPr>
          <a:xfrm>
            <a:off x="876302" y="965581"/>
            <a:ext cx="1051559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8" name="Title 1">
            <a:extLst>
              <a:ext uri="{FF2B5EF4-FFF2-40B4-BE49-F238E27FC236}">
                <a16:creationId xmlns:a16="http://schemas.microsoft.com/office/drawing/2014/main" id="{D451DFC1-D76F-91F1-67F2-398EC0F0696C}"/>
              </a:ext>
            </a:extLst>
          </p:cNvPr>
          <p:cNvSpPr>
            <a:spLocks noGrp="1"/>
          </p:cNvSpPr>
          <p:nvPr>
            <p:ph type="title"/>
          </p:nvPr>
        </p:nvSpPr>
        <p:spPr>
          <a:xfrm>
            <a:off x="876300" y="365125"/>
            <a:ext cx="10515600" cy="600456"/>
          </a:xfrm>
          <a:prstGeom prst="rect">
            <a:avLst/>
          </a:prstGeom>
        </p:spPr>
        <p:txBody>
          <a:bodyPr lIns="0" rIns="0" anchor="ctr" anchorCtr="0"/>
          <a:lstStyle>
            <a:lvl1pPr>
              <a:defRPr>
                <a:solidFill>
                  <a:schemeClr val="tx1"/>
                </a:solidFill>
              </a:defRPr>
            </a:lvl1pPr>
          </a:lstStyle>
          <a:p>
            <a:r>
              <a:rPr lang="en-US"/>
              <a:t>Click to edit Master title style</a:t>
            </a:r>
            <a:endParaRPr lang="nl-NL" dirty="0"/>
          </a:p>
        </p:txBody>
      </p:sp>
    </p:spTree>
    <p:extLst>
      <p:ext uri="{BB962C8B-B14F-4D97-AF65-F5344CB8AC3E}">
        <p14:creationId xmlns:p14="http://schemas.microsoft.com/office/powerpoint/2010/main" val="10443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svg="http://schemas.microsoft.com/office/drawing/2016/SVG/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2 Columns  | Dark">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8" name="Title 1">
            <a:extLst>
              <a:ext uri="{FF2B5EF4-FFF2-40B4-BE49-F238E27FC236}">
                <a16:creationId xmlns:a16="http://schemas.microsoft.com/office/drawing/2014/main" id="{D451DFC1-D76F-91F1-67F2-398EC0F0696C}"/>
              </a:ext>
            </a:extLst>
          </p:cNvPr>
          <p:cNvSpPr>
            <a:spLocks noGrp="1"/>
          </p:cNvSpPr>
          <p:nvPr>
            <p:ph type="title"/>
          </p:nvPr>
        </p:nvSpPr>
        <p:spPr>
          <a:xfrm>
            <a:off x="876300" y="1662587"/>
            <a:ext cx="10401300" cy="600456"/>
          </a:xfrm>
          <a:prstGeom prst="rect">
            <a:avLst/>
          </a:prstGeom>
        </p:spPr>
        <p:txBody>
          <a:bodyPr lIns="0" rIns="0" anchor="ctr" anchorCtr="0"/>
          <a:lstStyle>
            <a:lvl1pPr>
              <a:defRPr>
                <a:solidFill>
                  <a:schemeClr val="tx1"/>
                </a:solidFill>
              </a:defRPr>
            </a:lvl1pPr>
          </a:lstStyle>
          <a:p>
            <a:r>
              <a:rPr lang="en-US"/>
              <a:t>Click to edit Master title style</a:t>
            </a:r>
            <a:endParaRPr lang="nl-NL" dirty="0"/>
          </a:p>
        </p:txBody>
      </p:sp>
      <p:sp>
        <p:nvSpPr>
          <p:cNvPr id="3" name="Text Placeholder 2">
            <a:extLst>
              <a:ext uri="{FF2B5EF4-FFF2-40B4-BE49-F238E27FC236}">
                <a16:creationId xmlns:a16="http://schemas.microsoft.com/office/drawing/2014/main" id="{02B0059C-6BE6-51F3-214B-BFC5D6418419}"/>
              </a:ext>
            </a:extLst>
          </p:cNvPr>
          <p:cNvSpPr>
            <a:spLocks noGrp="1"/>
          </p:cNvSpPr>
          <p:nvPr>
            <p:ph type="body" sz="quarter" idx="12"/>
          </p:nvPr>
        </p:nvSpPr>
        <p:spPr>
          <a:xfrm>
            <a:off x="876300" y="2800562"/>
            <a:ext cx="10401300" cy="3866938"/>
          </a:xfrm>
          <a:prstGeom prst="rect">
            <a:avLst/>
          </a:prstGeom>
        </p:spPr>
        <p:txBody>
          <a:bodyPr lIns="0" rIns="0" numCol="2" spcCol="720000"/>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Tree>
    <p:extLst>
      <p:ext uri="{BB962C8B-B14F-4D97-AF65-F5344CB8AC3E}">
        <p14:creationId xmlns:p14="http://schemas.microsoft.com/office/powerpoint/2010/main" val="3536231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svg="http://schemas.microsoft.com/office/drawing/2016/SVG/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2 Sub Titles + 2 Columns | Dark">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4" name="Text Placeholder 6">
            <a:extLst>
              <a:ext uri="{FF2B5EF4-FFF2-40B4-BE49-F238E27FC236}">
                <a16:creationId xmlns:a16="http://schemas.microsoft.com/office/drawing/2014/main" id="{AA329C7A-4B4D-DFD6-7940-EA4B4EF9E059}"/>
              </a:ext>
            </a:extLst>
          </p:cNvPr>
          <p:cNvSpPr>
            <a:spLocks noGrp="1"/>
          </p:cNvSpPr>
          <p:nvPr>
            <p:ph type="body" sz="quarter" idx="11" hasCustomPrompt="1"/>
          </p:nvPr>
        </p:nvSpPr>
        <p:spPr>
          <a:xfrm>
            <a:off x="876302" y="2866098"/>
            <a:ext cx="482300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8" name="Title 1">
            <a:extLst>
              <a:ext uri="{FF2B5EF4-FFF2-40B4-BE49-F238E27FC236}">
                <a16:creationId xmlns:a16="http://schemas.microsoft.com/office/drawing/2014/main" id="{D451DFC1-D76F-91F1-67F2-398EC0F0696C}"/>
              </a:ext>
            </a:extLst>
          </p:cNvPr>
          <p:cNvSpPr>
            <a:spLocks noGrp="1"/>
          </p:cNvSpPr>
          <p:nvPr>
            <p:ph type="title"/>
          </p:nvPr>
        </p:nvSpPr>
        <p:spPr>
          <a:xfrm>
            <a:off x="876300" y="1662587"/>
            <a:ext cx="10515600" cy="600456"/>
          </a:xfrm>
          <a:prstGeom prst="rect">
            <a:avLst/>
          </a:prstGeom>
        </p:spPr>
        <p:txBody>
          <a:bodyPr lIns="0" rIns="0" anchor="ctr" anchorCtr="0"/>
          <a:lstStyle>
            <a:lvl1pPr>
              <a:defRPr>
                <a:solidFill>
                  <a:schemeClr val="tx1"/>
                </a:solidFill>
              </a:defRPr>
            </a:lvl1pPr>
          </a:lstStyle>
          <a:p>
            <a:r>
              <a:rPr lang="en-US"/>
              <a:t>Click to edit Master title style</a:t>
            </a:r>
            <a:endParaRPr lang="nl-NL" dirty="0"/>
          </a:p>
        </p:txBody>
      </p:sp>
      <p:sp>
        <p:nvSpPr>
          <p:cNvPr id="7" name="Text Placeholder 6">
            <a:extLst>
              <a:ext uri="{FF2B5EF4-FFF2-40B4-BE49-F238E27FC236}">
                <a16:creationId xmlns:a16="http://schemas.microsoft.com/office/drawing/2014/main" id="{C0C9AA85-E4BD-6EC3-B832-EEAB4D00C646}"/>
              </a:ext>
            </a:extLst>
          </p:cNvPr>
          <p:cNvSpPr>
            <a:spLocks noGrp="1"/>
          </p:cNvSpPr>
          <p:nvPr>
            <p:ph type="body" sz="quarter" idx="14" hasCustomPrompt="1"/>
          </p:nvPr>
        </p:nvSpPr>
        <p:spPr>
          <a:xfrm>
            <a:off x="6454590" y="2866098"/>
            <a:ext cx="482300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2" name="Text Placeholder 2">
            <a:extLst>
              <a:ext uri="{FF2B5EF4-FFF2-40B4-BE49-F238E27FC236}">
                <a16:creationId xmlns:a16="http://schemas.microsoft.com/office/drawing/2014/main" id="{3DCFCFE9-0422-DEB2-5D5B-B2B0C5FDE3E5}"/>
              </a:ext>
            </a:extLst>
          </p:cNvPr>
          <p:cNvSpPr>
            <a:spLocks noGrp="1"/>
          </p:cNvSpPr>
          <p:nvPr>
            <p:ph type="body" sz="quarter" idx="12"/>
          </p:nvPr>
        </p:nvSpPr>
        <p:spPr>
          <a:xfrm>
            <a:off x="876300" y="3445772"/>
            <a:ext cx="4823010" cy="2905287"/>
          </a:xfrm>
          <a:prstGeom prst="rect">
            <a:avLst/>
          </a:prstGeom>
        </p:spPr>
        <p:txBody>
          <a:bodyPr lIns="0" rIns="0"/>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9" name="Text Placeholder 2">
            <a:extLst>
              <a:ext uri="{FF2B5EF4-FFF2-40B4-BE49-F238E27FC236}">
                <a16:creationId xmlns:a16="http://schemas.microsoft.com/office/drawing/2014/main" id="{91DB9CAB-53E9-F7F7-1699-57A345CABCF7}"/>
              </a:ext>
            </a:extLst>
          </p:cNvPr>
          <p:cNvSpPr>
            <a:spLocks noGrp="1"/>
          </p:cNvSpPr>
          <p:nvPr>
            <p:ph type="body" sz="quarter" idx="13"/>
          </p:nvPr>
        </p:nvSpPr>
        <p:spPr>
          <a:xfrm>
            <a:off x="6454590" y="3445772"/>
            <a:ext cx="4823010" cy="2905287"/>
          </a:xfrm>
          <a:prstGeom prst="rect">
            <a:avLst/>
          </a:prstGeom>
        </p:spPr>
        <p:txBody>
          <a:bodyPr lIns="0" rIns="0"/>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Tree>
    <p:extLst>
      <p:ext uri="{BB962C8B-B14F-4D97-AF65-F5344CB8AC3E}">
        <p14:creationId xmlns:p14="http://schemas.microsoft.com/office/powerpoint/2010/main" val="166851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svg="http://schemas.microsoft.com/office/drawing/2016/SVG/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 Dark">
    <p:spTree>
      <p:nvGrpSpPr>
        <p:cNvPr id="1" name=""/>
        <p:cNvGrpSpPr/>
        <p:nvPr/>
      </p:nvGrpSpPr>
      <p:grpSpPr>
        <a:xfrm>
          <a:off x="0" y="0"/>
          <a:ext cx="0" cy="0"/>
          <a:chOff x="0" y="0"/>
          <a:chExt cx="0" cy="0"/>
        </a:xfrm>
      </p:grpSpPr>
      <p:sp>
        <p:nvSpPr>
          <p:cNvPr id="10" name="Disclaimer-English (United States)">
            <a:extLst>
              <a:ext uri="{FF2B5EF4-FFF2-40B4-BE49-F238E27FC236}">
                <a16:creationId xmlns:a16="http://schemas.microsoft.com/office/drawing/2014/main" id="{35BA136D-9368-5546-B2BA-488E18CCE2A4}"/>
              </a:ext>
            </a:extLst>
          </p:cNvPr>
          <p:cNvSpPr>
            <a:spLocks noChangeArrowheads="1"/>
          </p:cNvSpPr>
          <p:nvPr userDrawn="1">
            <p:custDataLst>
              <p:tags r:id="rId2"/>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4" name="Text Placeholder 4">
            <a:extLst>
              <a:ext uri="{FF2B5EF4-FFF2-40B4-BE49-F238E27FC236}">
                <a16:creationId xmlns:a16="http://schemas.microsoft.com/office/drawing/2014/main" id="{ED4C0B8F-504D-4C88-64D0-FED6F1872722}"/>
              </a:ext>
            </a:extLst>
          </p:cNvPr>
          <p:cNvSpPr>
            <a:spLocks noGrp="1"/>
          </p:cNvSpPr>
          <p:nvPr>
            <p:ph type="body" sz="quarter" idx="13" hasCustomPrompt="1"/>
          </p:nvPr>
        </p:nvSpPr>
        <p:spPr>
          <a:xfrm>
            <a:off x="876301" y="3644570"/>
            <a:ext cx="10496061" cy="267931"/>
          </a:xfrm>
          <a:prstGeom prst="rect">
            <a:avLst/>
          </a:prstGeom>
        </p:spPr>
        <p:txBody>
          <a:bodyPr lIns="0"/>
          <a:lstStyle>
            <a:lvl1pPr marL="0" indent="0" algn="l">
              <a:lnSpc>
                <a:spcPct val="120000"/>
              </a:lnSpc>
              <a:spcBef>
                <a:spcPts val="0"/>
              </a:spcBef>
              <a:buNone/>
              <a:defRPr spc="0">
                <a:solidFill>
                  <a:schemeClr val="accent3">
                    <a:lumMod val="60000"/>
                    <a:lumOff val="40000"/>
                  </a:schemeClr>
                </a:solidFill>
              </a:defRPr>
            </a:lvl1pPr>
            <a:lvl2pPr marL="548640" indent="0" algn="ctr">
              <a:buNone/>
              <a:defRPr>
                <a:solidFill>
                  <a:schemeClr val="bg1"/>
                </a:solidFill>
              </a:defRPr>
            </a:lvl2pPr>
            <a:lvl3pPr marL="1005840" indent="0" algn="ctr">
              <a:buNone/>
              <a:defRPr>
                <a:solidFill>
                  <a:schemeClr val="bg1"/>
                </a:solidFill>
              </a:defRPr>
            </a:lvl3pPr>
            <a:lvl4pPr marL="1463040" indent="0" algn="ctr">
              <a:buNone/>
              <a:defRPr>
                <a:solidFill>
                  <a:schemeClr val="bg1"/>
                </a:solidFill>
              </a:defRPr>
            </a:lvl4pPr>
            <a:lvl5pPr marL="1920240" indent="0" algn="ctr">
              <a:buNone/>
              <a:defRPr>
                <a:solidFill>
                  <a:schemeClr val="bg1"/>
                </a:solidFill>
              </a:defRPr>
            </a:lvl5pPr>
          </a:lstStyle>
          <a:p>
            <a:pPr lvl="0"/>
            <a:r>
              <a:rPr lang="en-US" dirty="0"/>
              <a:t>Optional short subtext. Delete if not needed.</a:t>
            </a:r>
          </a:p>
        </p:txBody>
      </p:sp>
      <p:sp>
        <p:nvSpPr>
          <p:cNvPr id="5" name="Title 1">
            <a:extLst>
              <a:ext uri="{FF2B5EF4-FFF2-40B4-BE49-F238E27FC236}">
                <a16:creationId xmlns:a16="http://schemas.microsoft.com/office/drawing/2014/main" id="{1DF9CB2A-630F-353F-8C2A-93963ABC39F0}"/>
              </a:ext>
            </a:extLst>
          </p:cNvPr>
          <p:cNvSpPr>
            <a:spLocks noGrp="1"/>
          </p:cNvSpPr>
          <p:nvPr>
            <p:ph type="title" hasCustomPrompt="1"/>
          </p:nvPr>
        </p:nvSpPr>
        <p:spPr>
          <a:xfrm>
            <a:off x="876300" y="2305658"/>
            <a:ext cx="10496062" cy="1123342"/>
          </a:xfrm>
          <a:prstGeom prst="rect">
            <a:avLst/>
          </a:prstGeom>
        </p:spPr>
        <p:txBody>
          <a:bodyPr vert="horz" lIns="0" tIns="45720" rIns="0" bIns="45720" rtlCol="0" anchor="ctr" anchorCtr="0">
            <a:noAutofit/>
          </a:bodyPr>
          <a:lstStyle>
            <a:lvl1pPr marL="7938" indent="0" algn="l">
              <a:tabLst/>
              <a:defRPr lang="en-US" sz="4800" b="0" i="0" spc="-20">
                <a:solidFill>
                  <a:schemeClr val="tx1"/>
                </a:solidFill>
                <a:latin typeface="Lexend Medium" pitchFamily="2" charset="77"/>
                <a:ea typeface="Lexend Medium" pitchFamily="2" charset="77"/>
                <a:cs typeface="Lexend Medium" pitchFamily="2" charset="77"/>
              </a:defRPr>
            </a:lvl1pPr>
          </a:lstStyle>
          <a:p>
            <a:pPr lvl="0"/>
            <a:r>
              <a:rPr lang="en-US" dirty="0"/>
              <a:t>Section Divider – Capitalize Each Word</a:t>
            </a:r>
            <a:endParaRPr lang="en-FI"/>
          </a:p>
        </p:txBody>
      </p:sp>
    </p:spTree>
    <p:extLst>
      <p:ext uri="{BB962C8B-B14F-4D97-AF65-F5344CB8AC3E}">
        <p14:creationId xmlns:p14="http://schemas.microsoft.com/office/powerpoint/2010/main" val="422541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entered | Dark">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3CE07814-D950-7C73-611F-12486C23F966}"/>
              </a:ext>
            </a:extLst>
          </p:cNvPr>
          <p:cNvSpPr>
            <a:spLocks noGrp="1"/>
          </p:cNvSpPr>
          <p:nvPr>
            <p:ph type="body" sz="quarter" idx="13" hasCustomPrompt="1"/>
          </p:nvPr>
        </p:nvSpPr>
        <p:spPr>
          <a:xfrm>
            <a:off x="2849054" y="3590835"/>
            <a:ext cx="6493891" cy="363176"/>
          </a:xfrm>
          <a:prstGeom prst="rect">
            <a:avLst/>
          </a:prstGeom>
        </p:spPr>
        <p:txBody>
          <a:bodyPr/>
          <a:lstStyle>
            <a:lvl1pPr marL="0" indent="0" algn="ctr">
              <a:lnSpc>
                <a:spcPct val="120000"/>
              </a:lnSpc>
              <a:spcBef>
                <a:spcPts val="0"/>
              </a:spcBef>
              <a:buNone/>
              <a:defRPr spc="0">
                <a:solidFill>
                  <a:schemeClr val="accent3">
                    <a:lumMod val="60000"/>
                    <a:lumOff val="40000"/>
                  </a:schemeClr>
                </a:solidFill>
              </a:defRPr>
            </a:lvl1pPr>
            <a:lvl2pPr marL="548640" indent="0" algn="ctr">
              <a:buNone/>
              <a:defRPr>
                <a:solidFill>
                  <a:schemeClr val="bg1"/>
                </a:solidFill>
              </a:defRPr>
            </a:lvl2pPr>
            <a:lvl3pPr marL="1005840" indent="0" algn="ctr">
              <a:buNone/>
              <a:defRPr>
                <a:solidFill>
                  <a:schemeClr val="bg1"/>
                </a:solidFill>
              </a:defRPr>
            </a:lvl3pPr>
            <a:lvl4pPr marL="1463040" indent="0" algn="ctr">
              <a:buNone/>
              <a:defRPr>
                <a:solidFill>
                  <a:schemeClr val="bg1"/>
                </a:solidFill>
              </a:defRPr>
            </a:lvl4pPr>
            <a:lvl5pPr marL="1920240" indent="0" algn="ctr">
              <a:buNone/>
              <a:defRPr>
                <a:solidFill>
                  <a:schemeClr val="bg1"/>
                </a:solidFill>
              </a:defRPr>
            </a:lvl5pPr>
          </a:lstStyle>
          <a:p>
            <a:pPr lvl="0"/>
            <a:r>
              <a:rPr lang="en-US" dirty="0"/>
              <a:t>Optional short subtext. Delete if not needed.</a:t>
            </a:r>
          </a:p>
        </p:txBody>
      </p:sp>
      <p:sp>
        <p:nvSpPr>
          <p:cNvPr id="2" name="Title 1">
            <a:extLst>
              <a:ext uri="{FF2B5EF4-FFF2-40B4-BE49-F238E27FC236}">
                <a16:creationId xmlns:a16="http://schemas.microsoft.com/office/drawing/2014/main" id="{ADB0F071-6068-0153-5DF2-6959FBA61C47}"/>
              </a:ext>
            </a:extLst>
          </p:cNvPr>
          <p:cNvSpPr>
            <a:spLocks noGrp="1"/>
          </p:cNvSpPr>
          <p:nvPr>
            <p:ph type="title" hasCustomPrompt="1"/>
          </p:nvPr>
        </p:nvSpPr>
        <p:spPr>
          <a:xfrm>
            <a:off x="1887422" y="3080544"/>
            <a:ext cx="8417156" cy="510291"/>
          </a:xfrm>
          <a:prstGeom prst="rect">
            <a:avLst/>
          </a:prstGeom>
        </p:spPr>
        <p:txBody>
          <a:bodyPr vert="horz" lIns="0" tIns="45720" rIns="0" bIns="45720" rtlCol="0" anchor="b">
            <a:noAutofit/>
          </a:bodyPr>
          <a:lstStyle>
            <a:lvl1pPr algn="ctr">
              <a:defRPr lang="en-US" sz="4800" b="0" i="0" spc="-20">
                <a:solidFill>
                  <a:schemeClr val="tx1"/>
                </a:solidFill>
                <a:latin typeface="Lexend Medium" pitchFamily="2" charset="77"/>
                <a:ea typeface="Lexend Medium" pitchFamily="2" charset="77"/>
                <a:cs typeface="Lexend Medium" pitchFamily="2" charset="77"/>
              </a:defRPr>
            </a:lvl1pPr>
          </a:lstStyle>
          <a:p>
            <a:pPr lvl="0"/>
            <a:r>
              <a:rPr lang="en-US" dirty="0"/>
              <a:t>Section Divider – Capitalize Each Word</a:t>
            </a:r>
            <a:endParaRPr lang="en-FI"/>
          </a:p>
        </p:txBody>
      </p:sp>
    </p:spTree>
    <p:extLst>
      <p:ext uri="{BB962C8B-B14F-4D97-AF65-F5344CB8AC3E}">
        <p14:creationId xmlns:p14="http://schemas.microsoft.com/office/powerpoint/2010/main" val="4229970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 Dark">
    <p:spTree>
      <p:nvGrpSpPr>
        <p:cNvPr id="1" name=""/>
        <p:cNvGrpSpPr/>
        <p:nvPr/>
      </p:nvGrpSpPr>
      <p:grpSpPr>
        <a:xfrm>
          <a:off x="0" y="0"/>
          <a:ext cx="0" cy="0"/>
          <a:chOff x="0" y="0"/>
          <a:chExt cx="0" cy="0"/>
        </a:xfrm>
      </p:grpSpPr>
      <p:sp>
        <p:nvSpPr>
          <p:cNvPr id="3" name="Disclaimer-English (United States)">
            <a:extLst>
              <a:ext uri="{FF2B5EF4-FFF2-40B4-BE49-F238E27FC236}">
                <a16:creationId xmlns:a16="http://schemas.microsoft.com/office/drawing/2014/main" id="{D5D0D6BE-02E5-E18B-FDCC-7D631EC2BB08}"/>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Tree>
    <p:extLst>
      <p:ext uri="{BB962C8B-B14F-4D97-AF65-F5344CB8AC3E}">
        <p14:creationId xmlns:p14="http://schemas.microsoft.com/office/powerpoint/2010/main" val="167020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Utility Slides | Dark">
    <p:spTree>
      <p:nvGrpSpPr>
        <p:cNvPr id="1" name=""/>
        <p:cNvGrpSpPr/>
        <p:nvPr/>
      </p:nvGrpSpPr>
      <p:grpSpPr>
        <a:xfrm>
          <a:off x="0" y="0"/>
          <a:ext cx="0" cy="0"/>
          <a:chOff x="0" y="0"/>
          <a:chExt cx="0" cy="0"/>
        </a:xfrm>
      </p:grpSpPr>
      <p:sp>
        <p:nvSpPr>
          <p:cNvPr id="3" name="Disclaimer-English (United States)">
            <a:extLst>
              <a:ext uri="{FF2B5EF4-FFF2-40B4-BE49-F238E27FC236}">
                <a16:creationId xmlns:a16="http://schemas.microsoft.com/office/drawing/2014/main" id="{D5D0D6BE-02E5-E18B-FDCC-7D631EC2BB08}"/>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
        <p:nvSpPr>
          <p:cNvPr id="11" name="Text Placeholder 10">
            <a:extLst>
              <a:ext uri="{FF2B5EF4-FFF2-40B4-BE49-F238E27FC236}">
                <a16:creationId xmlns:a16="http://schemas.microsoft.com/office/drawing/2014/main" id="{F447EAE3-8A4F-B426-ACF4-5137926360FF}"/>
              </a:ext>
            </a:extLst>
          </p:cNvPr>
          <p:cNvSpPr>
            <a:spLocks noGrp="1"/>
          </p:cNvSpPr>
          <p:nvPr>
            <p:ph type="body" sz="quarter" idx="10"/>
          </p:nvPr>
        </p:nvSpPr>
        <p:spPr>
          <a:xfrm>
            <a:off x="1338524" y="1638300"/>
            <a:ext cx="6814876" cy="5029200"/>
          </a:xfrm>
          <a:prstGeom prst="rect">
            <a:avLst/>
          </a:prstGeom>
        </p:spPr>
        <p:txBody>
          <a:bodyPr wrap="square" lIns="0" tIns="0" rIns="0" bIns="0" anchor="t" anchorCtr="0">
            <a:noAutofit/>
          </a:bodyPr>
          <a:lstStyle>
            <a:lvl1pPr marL="9525" indent="0" algn="l">
              <a:buNone/>
              <a:tabLst/>
              <a:defRPr sz="1400">
                <a:solidFill>
                  <a:schemeClr val="tx1"/>
                </a:solidFill>
              </a:defRPr>
            </a:lvl1pPr>
            <a:lvl2pPr marL="295275" indent="-285750" algn="l">
              <a:buFont typeface="Arial" panose="020B0604020202020204" pitchFamily="34" charset="0"/>
              <a:buChar char="•"/>
              <a:tabLst/>
              <a:defRPr sz="1400">
                <a:solidFill>
                  <a:schemeClr val="tx1"/>
                </a:solidFill>
              </a:defRPr>
            </a:lvl2pPr>
            <a:lvl3pPr marL="295275" indent="-285750" algn="l">
              <a:buFont typeface="Arial" panose="020B0604020202020204" pitchFamily="34" charset="0"/>
              <a:buChar char="•"/>
              <a:tabLst/>
              <a:defRPr sz="1400">
                <a:solidFill>
                  <a:schemeClr val="tx1"/>
                </a:solidFill>
              </a:defRPr>
            </a:lvl3pPr>
            <a:lvl4pPr marL="295275" indent="-285750" algn="l">
              <a:buFont typeface="Arial" panose="020B0604020202020204" pitchFamily="34" charset="0"/>
              <a:buChar char="•"/>
              <a:tabLst/>
              <a:defRPr sz="1400">
                <a:solidFill>
                  <a:schemeClr val="tx1"/>
                </a:solidFill>
              </a:defRPr>
            </a:lvl4pPr>
            <a:lvl5pPr marL="295275" indent="-285750" algn="l">
              <a:buFont typeface="Arial" panose="020B0604020202020204" pitchFamily="34" charset="0"/>
              <a:buChar char="•"/>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4" name="Title 1">
            <a:extLst>
              <a:ext uri="{FF2B5EF4-FFF2-40B4-BE49-F238E27FC236}">
                <a16:creationId xmlns:a16="http://schemas.microsoft.com/office/drawing/2014/main" id="{0F983174-08FC-278E-1BD4-458625402917}"/>
              </a:ext>
            </a:extLst>
          </p:cNvPr>
          <p:cNvSpPr>
            <a:spLocks noGrp="1"/>
          </p:cNvSpPr>
          <p:nvPr>
            <p:ph type="title"/>
          </p:nvPr>
        </p:nvSpPr>
        <p:spPr>
          <a:xfrm>
            <a:off x="1338524" y="365125"/>
            <a:ext cx="9939076" cy="600456"/>
          </a:xfrm>
          <a:prstGeom prst="rect">
            <a:avLst/>
          </a:prstGeom>
        </p:spPr>
        <p:txBody>
          <a:bodyPr lIns="0" rIns="0" anchor="ctr" anchorCtr="0"/>
          <a:lstStyle>
            <a:lvl1pPr>
              <a:defRPr>
                <a:solidFill>
                  <a:schemeClr val="accent2"/>
                </a:solidFill>
              </a:defRPr>
            </a:lvl1pPr>
          </a:lstStyle>
          <a:p>
            <a:r>
              <a:rPr lang="en-US"/>
              <a:t>Click to edit Master title style</a:t>
            </a:r>
            <a:endParaRPr lang="nl-NL" dirty="0"/>
          </a:p>
        </p:txBody>
      </p:sp>
    </p:spTree>
    <p:extLst>
      <p:ext uri="{BB962C8B-B14F-4D97-AF65-F5344CB8AC3E}">
        <p14:creationId xmlns:p14="http://schemas.microsoft.com/office/powerpoint/2010/main" val="4214136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pen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8FDD6D-50D0-DD04-BD81-0CB89C283817}"/>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colorTemperature colorTemp="6489"/>
                    </a14:imgEffect>
                    <a14:imgEffect>
                      <a14:brightnessContrast bright="9000"/>
                    </a14:imgEffect>
                  </a14:imgLayer>
                </a14:imgProps>
              </a:ex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4" name="gradient">
            <a:extLst>
              <a:ext uri="{FF2B5EF4-FFF2-40B4-BE49-F238E27FC236}">
                <a16:creationId xmlns:a16="http://schemas.microsoft.com/office/drawing/2014/main" id="{B5942621-F5A1-2F94-AF1C-E9D24429E812}"/>
              </a:ext>
            </a:extLst>
          </p:cNvPr>
          <p:cNvSpPr/>
          <p:nvPr userDrawn="1"/>
        </p:nvSpPr>
        <p:spPr>
          <a:xfrm rot="5400000">
            <a:off x="2666998" y="-2666999"/>
            <a:ext cx="6858002" cy="12192002"/>
          </a:xfrm>
          <a:prstGeom prst="rect">
            <a:avLst/>
          </a:prstGeom>
          <a:gradFill flip="none" rotWithShape="1">
            <a:gsLst>
              <a:gs pos="30000">
                <a:schemeClr val="accent3">
                  <a:alpha val="30886"/>
                </a:schemeClr>
              </a:gs>
              <a:gs pos="1000">
                <a:schemeClr val="accent6">
                  <a:alpha val="35158"/>
                </a:schemeClr>
              </a:gs>
              <a:gs pos="96000">
                <a:schemeClr val="accent2">
                  <a:lumMod val="10000"/>
                </a:schemeClr>
              </a:gs>
              <a:gs pos="6600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exend Medium" pitchFamily="2" charset="77"/>
            </a:endParaRPr>
          </a:p>
        </p:txBody>
      </p:sp>
      <p:sp>
        <p:nvSpPr>
          <p:cNvPr id="7" name="Title 8">
            <a:extLst>
              <a:ext uri="{FF2B5EF4-FFF2-40B4-BE49-F238E27FC236}">
                <a16:creationId xmlns:a16="http://schemas.microsoft.com/office/drawing/2014/main" id="{7248F529-6E74-DEA8-F5C5-88B7D88CD9E8}"/>
              </a:ext>
            </a:extLst>
          </p:cNvPr>
          <p:cNvSpPr>
            <a:spLocks noGrp="1"/>
          </p:cNvSpPr>
          <p:nvPr>
            <p:ph type="title" hasCustomPrompt="1"/>
          </p:nvPr>
        </p:nvSpPr>
        <p:spPr>
          <a:xfrm>
            <a:off x="876844" y="2217051"/>
            <a:ext cx="7537529" cy="1325563"/>
          </a:xfrm>
          <a:prstGeom prst="rect">
            <a:avLst/>
          </a:prstGeom>
        </p:spPr>
        <p:txBody>
          <a:bodyPr lIns="0" tIns="0" rIns="0" bIns="0" anchor="b"/>
          <a:lstStyle>
            <a:lvl1pPr>
              <a:defRPr sz="4000" b="1" i="0">
                <a:solidFill>
                  <a:schemeClr val="tx1"/>
                </a:solidFill>
                <a:latin typeface="Lexend SemiBold" pitchFamily="2" charset="77"/>
              </a:defRPr>
            </a:lvl1pPr>
          </a:lstStyle>
          <a:p>
            <a:r>
              <a:rPr lang="en-US" dirty="0"/>
              <a:t>Click to Edit Title</a:t>
            </a:r>
          </a:p>
        </p:txBody>
      </p:sp>
      <p:sp>
        <p:nvSpPr>
          <p:cNvPr id="9" name="Text Placeholder 11">
            <a:extLst>
              <a:ext uri="{FF2B5EF4-FFF2-40B4-BE49-F238E27FC236}">
                <a16:creationId xmlns:a16="http://schemas.microsoft.com/office/drawing/2014/main" id="{DA7EFE7C-C2D4-0E05-9369-036704ADE36A}"/>
              </a:ext>
            </a:extLst>
          </p:cNvPr>
          <p:cNvSpPr>
            <a:spLocks noGrp="1"/>
          </p:cNvSpPr>
          <p:nvPr>
            <p:ph type="body" sz="quarter" idx="10" hasCustomPrompt="1"/>
          </p:nvPr>
        </p:nvSpPr>
        <p:spPr>
          <a:xfrm>
            <a:off x="892776" y="4340374"/>
            <a:ext cx="1728788" cy="278538"/>
          </a:xfrm>
          <a:prstGeom prst="rect">
            <a:avLst/>
          </a:prstGeom>
          <a:noFill/>
        </p:spPr>
        <p:txBody>
          <a:bodyPr wrap="square" lIns="0">
            <a:spAutoFit/>
          </a:bodyPr>
          <a:lstStyle>
            <a:lvl1pPr marL="0" indent="0">
              <a:buNone/>
              <a:defRPr lang="en-US" sz="1100" b="0" i="0" spc="0" dirty="0" smtClean="0">
                <a:solidFill>
                  <a:schemeClr val="tx1"/>
                </a:solidFill>
                <a:latin typeface="Lexend Light" pitchFamily="2" charset="77"/>
                <a:ea typeface="Lexend Light" pitchFamily="2" charset="77"/>
                <a:cs typeface="Lexend Light" pitchFamily="2" charset="77"/>
              </a:defRPr>
            </a:lvl1pPr>
            <a:lvl2pPr marL="228600" indent="0">
              <a:buNone/>
              <a:defRPr lang="en-US" sz="1100" dirty="0" smtClean="0">
                <a:solidFill>
                  <a:schemeClr val="bg1"/>
                </a:solidFill>
              </a:defRPr>
            </a:lvl2pPr>
            <a:lvl3pPr marL="685800" indent="0">
              <a:buNone/>
              <a:defRPr lang="en-US" sz="1100" dirty="0" smtClean="0">
                <a:solidFill>
                  <a:schemeClr val="bg1"/>
                </a:solidFill>
              </a:defRPr>
            </a:lvl3pPr>
            <a:lvl4pPr marL="1143000" indent="0">
              <a:buNone/>
              <a:defRPr lang="en-US" sz="1100" dirty="0" smtClean="0">
                <a:solidFill>
                  <a:schemeClr val="bg1"/>
                </a:solidFill>
              </a:defRPr>
            </a:lvl4pPr>
            <a:lvl5pPr marL="1600200" indent="0">
              <a:buNone/>
              <a:defRPr lang="en-US" sz="1100" dirty="0">
                <a:solidFill>
                  <a:schemeClr val="bg1"/>
                </a:solidFill>
              </a:defRPr>
            </a:lvl5pPr>
          </a:lstStyle>
          <a:p>
            <a:pPr marL="0" lvl="0"/>
            <a:r>
              <a:rPr lang="en-US" dirty="0"/>
              <a:t>Date</a:t>
            </a:r>
          </a:p>
        </p:txBody>
      </p:sp>
      <p:sp>
        <p:nvSpPr>
          <p:cNvPr id="11" name="Text Placeholder 16">
            <a:extLst>
              <a:ext uri="{FF2B5EF4-FFF2-40B4-BE49-F238E27FC236}">
                <a16:creationId xmlns:a16="http://schemas.microsoft.com/office/drawing/2014/main" id="{F6896D75-6287-21C1-DE94-9812524ACCEA}"/>
              </a:ext>
            </a:extLst>
          </p:cNvPr>
          <p:cNvSpPr>
            <a:spLocks noGrp="1"/>
          </p:cNvSpPr>
          <p:nvPr>
            <p:ph type="body" sz="quarter" idx="11"/>
          </p:nvPr>
        </p:nvSpPr>
        <p:spPr>
          <a:xfrm>
            <a:off x="876300" y="3559635"/>
            <a:ext cx="7537529" cy="398635"/>
          </a:xfrm>
          <a:prstGeom prst="rect">
            <a:avLst/>
          </a:prstGeom>
          <a:noFill/>
        </p:spPr>
        <p:txBody>
          <a:bodyPr wrap="square" lIns="0">
            <a:spAutoFit/>
          </a:bodyPr>
          <a:lstStyle>
            <a:lvl1pPr marL="0" indent="0">
              <a:spcBef>
                <a:spcPts val="0"/>
              </a:spcBef>
              <a:buFontTx/>
              <a:buNone/>
              <a:defRPr lang="en-US" sz="1800" b="0" i="0" dirty="0" smtClean="0">
                <a:solidFill>
                  <a:schemeClr val="accent3">
                    <a:lumMod val="60000"/>
                    <a:lumOff val="40000"/>
                  </a:schemeClr>
                </a:solidFill>
                <a:latin typeface="Lexend Light" pitchFamily="2" charset="77"/>
                <a:ea typeface="Lexend Light" pitchFamily="2" charset="77"/>
                <a:cs typeface="Lexend Light" pitchFamily="2" charset="77"/>
              </a:defRPr>
            </a:lvl1pPr>
            <a:lvl2pPr marL="228600" indent="0">
              <a:buFontTx/>
              <a:buNone/>
              <a:defRPr lang="en-US" sz="1800" dirty="0" smtClean="0">
                <a:solidFill>
                  <a:schemeClr val="bg1"/>
                </a:solidFill>
                <a:latin typeface="+mn-lt"/>
              </a:defRPr>
            </a:lvl2pPr>
            <a:lvl3pPr marL="685800" indent="0">
              <a:buFontTx/>
              <a:buNone/>
              <a:defRPr lang="en-US" sz="1800" dirty="0" smtClean="0">
                <a:solidFill>
                  <a:schemeClr val="bg1"/>
                </a:solidFill>
                <a:latin typeface="+mn-lt"/>
              </a:defRPr>
            </a:lvl3pPr>
            <a:lvl4pPr marL="1143000" indent="0">
              <a:buFontTx/>
              <a:buNone/>
              <a:defRPr lang="en-US" sz="1800" dirty="0" smtClean="0">
                <a:solidFill>
                  <a:schemeClr val="bg1"/>
                </a:solidFill>
                <a:latin typeface="+mn-lt"/>
              </a:defRPr>
            </a:lvl4pPr>
            <a:lvl5pPr marL="1600200" indent="0">
              <a:buFontTx/>
              <a:buNone/>
              <a:defRPr lang="en-US" sz="1800" dirty="0">
                <a:solidFill>
                  <a:schemeClr val="bg1"/>
                </a:solidFill>
                <a:latin typeface="+mn-lt"/>
              </a:defRPr>
            </a:lvl5pPr>
          </a:lstStyle>
          <a:p>
            <a:pPr marL="0" lvl="0"/>
            <a:r>
              <a:rPr lang="en-US"/>
              <a:t>Click to edit Master text styles</a:t>
            </a:r>
          </a:p>
        </p:txBody>
      </p:sp>
      <p:pic>
        <p:nvPicPr>
          <p:cNvPr id="10" name="Graphic 9">
            <a:extLst>
              <a:ext uri="{FF2B5EF4-FFF2-40B4-BE49-F238E27FC236}">
                <a16:creationId xmlns:a16="http://schemas.microsoft.com/office/drawing/2014/main" id="{DF2C6EF7-FFFB-8C20-9A51-1D151028BD9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p:blipFill>
        <p:spPr>
          <a:xfrm>
            <a:off x="863943" y="1205724"/>
            <a:ext cx="2447669" cy="508142"/>
          </a:xfrm>
          <a:prstGeom prst="rect">
            <a:avLst/>
          </a:prstGeom>
        </p:spPr>
      </p:pic>
    </p:spTree>
    <p:extLst>
      <p:ext uri="{BB962C8B-B14F-4D97-AF65-F5344CB8AC3E}">
        <p14:creationId xmlns:p14="http://schemas.microsoft.com/office/powerpoint/2010/main" val="1490131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6.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5.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microsoft.com/office/2007/relationships/hdphoto" Target="../media/hdphoto2.wdp"/><Relationship Id="rId5" Type="http://schemas.openxmlformats.org/officeDocument/2006/relationships/slideLayout" Target="../slideLayouts/slideLayout17.xml"/><Relationship Id="rId10" Type="http://schemas.openxmlformats.org/officeDocument/2006/relationships/image" Target="../media/image4.png"/><Relationship Id="rId4" Type="http://schemas.openxmlformats.org/officeDocument/2006/relationships/slideLayout" Target="../slideLayouts/slideLayout16.xml"/><Relationship Id="rId9" Type="http://schemas.openxmlformats.org/officeDocument/2006/relationships/tags" Target="../tags/tag1.xml"/><Relationship Id="rId14" Type="http://schemas.openxmlformats.org/officeDocument/2006/relationships/image" Target="../media/image7.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microsoft.com/office/2007/relationships/hdphoto" Target="../media/hdphoto4.wdp"/><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10.png"/><Relationship Id="rId17" Type="http://schemas.openxmlformats.org/officeDocument/2006/relationships/image" Target="../media/image13.svg"/><Relationship Id="rId2" Type="http://schemas.openxmlformats.org/officeDocument/2006/relationships/slideLayout" Target="../slideLayouts/slideLayout21.xml"/><Relationship Id="rId16" Type="http://schemas.openxmlformats.org/officeDocument/2006/relationships/image" Target="../media/image12.png"/><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ags" Target="../tags/tag7.xml"/><Relationship Id="rId5" Type="http://schemas.openxmlformats.org/officeDocument/2006/relationships/slideLayout" Target="../slideLayouts/slideLayout24.xml"/><Relationship Id="rId15" Type="http://schemas.microsoft.com/office/2007/relationships/hdphoto" Target="../media/hdphoto5.wdp"/><Relationship Id="rId10" Type="http://schemas.openxmlformats.org/officeDocument/2006/relationships/theme" Target="../theme/theme3.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000FFB-C85D-0240-E82C-FBF6F70284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DEBB7336-8C8B-FE75-C8ED-AEFE2029F3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BDFA4D9-F9D1-485D-3C29-40DE3F5A23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F4134D-7E15-407A-8435-7184106C40D7}" type="datetimeFigureOut">
              <a:rPr lang="en-NL" smtClean="0"/>
              <a:t>12/11/2025</a:t>
            </a:fld>
            <a:endParaRPr lang="en-NL"/>
          </a:p>
        </p:txBody>
      </p:sp>
      <p:sp>
        <p:nvSpPr>
          <p:cNvPr id="5" name="Footer Placeholder 4">
            <a:extLst>
              <a:ext uri="{FF2B5EF4-FFF2-40B4-BE49-F238E27FC236}">
                <a16:creationId xmlns:a16="http://schemas.microsoft.com/office/drawing/2014/main" id="{E8F6FEB3-0E0A-E0E1-BACE-51F9FC674A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1D9F0D5F-418A-6B19-9342-CA77A0AEA1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0998BB-EF5C-4E2D-A82E-A266380CEFCF}" type="slidenum">
              <a:rPr lang="en-NL" smtClean="0"/>
              <a:t>‹#›</a:t>
            </a:fld>
            <a:endParaRPr lang="en-NL"/>
          </a:p>
        </p:txBody>
      </p:sp>
    </p:spTree>
    <p:extLst>
      <p:ext uri="{BB962C8B-B14F-4D97-AF65-F5344CB8AC3E}">
        <p14:creationId xmlns:p14="http://schemas.microsoft.com/office/powerpoint/2010/main" val="66855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2">
                <a:lumMod val="92000"/>
                <a:lumOff val="8000"/>
              </a:schemeClr>
            </a:gs>
            <a:gs pos="0">
              <a:schemeClr val="bg1">
                <a:lumMod val="95000"/>
              </a:schemeClr>
            </a:gs>
            <a:gs pos="98000">
              <a:schemeClr val="bg1"/>
            </a:gs>
          </a:gsLst>
          <a:path path="circle">
            <a:fillToRect l="100000" b="100000"/>
          </a:path>
          <a:tileRect/>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7BF611A-8286-C7D0-B98B-155872C93A84}"/>
              </a:ext>
            </a:extLst>
          </p:cNvPr>
          <p:cNvGrpSpPr/>
          <p:nvPr userDrawn="1"/>
        </p:nvGrpSpPr>
        <p:grpSpPr>
          <a:xfrm>
            <a:off x="9336343" y="-130410"/>
            <a:ext cx="3371923" cy="7118819"/>
            <a:chOff x="9327634" y="-155759"/>
            <a:chExt cx="3371923" cy="7118819"/>
          </a:xfrm>
        </p:grpSpPr>
        <p:grpSp>
          <p:nvGrpSpPr>
            <p:cNvPr id="8" name="Group 7">
              <a:extLst>
                <a:ext uri="{FF2B5EF4-FFF2-40B4-BE49-F238E27FC236}">
                  <a16:creationId xmlns:a16="http://schemas.microsoft.com/office/drawing/2014/main" id="{5127CE25-6361-AAF8-4F51-BCEB2D97F72C}"/>
                </a:ext>
              </a:extLst>
            </p:cNvPr>
            <p:cNvGrpSpPr/>
            <p:nvPr userDrawn="1"/>
          </p:nvGrpSpPr>
          <p:grpSpPr>
            <a:xfrm>
              <a:off x="9327634" y="-155759"/>
              <a:ext cx="3371923" cy="7118819"/>
              <a:chOff x="9327634" y="-155759"/>
              <a:chExt cx="3371923" cy="7118819"/>
            </a:xfrm>
          </p:grpSpPr>
          <p:pic>
            <p:nvPicPr>
              <p:cNvPr id="3" name="Picture 16" descr="A white lines on a black background&#10;&#10;Description automatically generated">
                <a:extLst>
                  <a:ext uri="{FF2B5EF4-FFF2-40B4-BE49-F238E27FC236}">
                    <a16:creationId xmlns:a16="http://schemas.microsoft.com/office/drawing/2014/main" id="{D57DFD89-2408-256D-DBE9-3B1062EBDFDC}"/>
                  </a:ext>
                </a:extLst>
              </p:cNvPr>
              <p:cNvPicPr>
                <a:picLocks noChangeAspect="1"/>
              </p:cNvPicPr>
              <p:nvPr userDrawn="1"/>
            </p:nvPicPr>
            <p:blipFill rotWithShape="1">
              <a:blip r:embed="rId10" cstate="screen">
                <a:duotone>
                  <a:prstClr val="black"/>
                  <a:schemeClr val="tx1">
                    <a:lumMod val="50000"/>
                    <a:lumOff val="50000"/>
                    <a:tint val="45000"/>
                    <a:satMod val="400000"/>
                  </a:schemeClr>
                </a:duotone>
                <a:alphaModFix amt="81000"/>
                <a:extLst>
                  <a:ext uri="{BEBA8EAE-BF5A-486C-A8C5-ECC9F3942E4B}">
                    <a14:imgProps xmlns:a14="http://schemas.microsoft.com/office/drawing/2010/main">
                      <a14:imgLayer r:embed="rId11">
                        <a14:imgEffect>
                          <a14:sharpenSoften amount="62000"/>
                        </a14:imgEffect>
                        <a14:imgEffect>
                          <a14:brightnessContrast bright="13000" contrast="100000"/>
                        </a14:imgEffect>
                      </a14:imgLayer>
                    </a14:imgProps>
                  </a:ext>
                  <a:ext uri="{28A0092B-C50C-407E-A947-70E740481C1C}">
                    <a14:useLocalDpi xmlns:a14="http://schemas.microsoft.com/office/drawing/2010/main"/>
                  </a:ext>
                </a:extLst>
              </a:blip>
              <a:srcRect/>
              <a:stretch/>
            </p:blipFill>
            <p:spPr>
              <a:xfrm rot="15723844" flipH="1">
                <a:off x="8019333" y="2282836"/>
                <a:ext cx="7118819" cy="2241629"/>
              </a:xfrm>
              <a:prstGeom prst="rect">
                <a:avLst/>
              </a:prstGeom>
            </p:spPr>
          </p:pic>
          <p:pic>
            <p:nvPicPr>
              <p:cNvPr id="7" name="Graphic 9">
                <a:extLst>
                  <a:ext uri="{FF2B5EF4-FFF2-40B4-BE49-F238E27FC236}">
                    <a16:creationId xmlns:a16="http://schemas.microsoft.com/office/drawing/2014/main" id="{7D799F13-81CD-8332-955F-7AE08E57A009}"/>
                  </a:ext>
                </a:extLst>
              </p:cNvPr>
              <p:cNvPicPr>
                <a:picLocks noChangeAspect="1"/>
              </p:cNvPicPr>
              <p:nvPr userDrawn="1"/>
            </p:nvPicPr>
            <p:blipFill>
              <a:blip r:embed="rId12" cstate="screen">
                <a:alphaModFix amt="10000"/>
                <a:extLst>
                  <a:ext uri="{28A0092B-C50C-407E-A947-70E740481C1C}">
                    <a14:useLocalDpi xmlns:a14="http://schemas.microsoft.com/office/drawing/2010/main"/>
                  </a:ext>
                </a:extLst>
              </a:blip>
              <a:srcRect/>
              <a:stretch/>
            </p:blipFill>
            <p:spPr>
              <a:xfrm>
                <a:off x="9327634" y="45791"/>
                <a:ext cx="2864366" cy="6812209"/>
              </a:xfrm>
              <a:prstGeom prst="rect">
                <a:avLst/>
              </a:prstGeom>
              <a:noFill/>
            </p:spPr>
          </p:pic>
        </p:grpSp>
        <p:pic>
          <p:nvPicPr>
            <p:cNvPr id="32" name="Graphic 31">
              <a:extLst>
                <a:ext uri="{FF2B5EF4-FFF2-40B4-BE49-F238E27FC236}">
                  <a16:creationId xmlns:a16="http://schemas.microsoft.com/office/drawing/2014/main" id="{64D9ABAF-1538-3E0B-EABF-8164FDBE623B}"/>
                </a:ext>
              </a:extLst>
            </p:cNvPr>
            <p:cNvPicPr>
              <a:picLocks noChangeAspect="1"/>
            </p:cNvPicPr>
            <p:nvPr userDrawn="1"/>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rcRect/>
            <a:stretch/>
          </p:blipFill>
          <p:spPr>
            <a:xfrm>
              <a:off x="11493477" y="128909"/>
              <a:ext cx="313989" cy="313989"/>
            </a:xfrm>
            <a:prstGeom prst="rect">
              <a:avLst/>
            </a:prstGeom>
          </p:spPr>
        </p:pic>
      </p:grpSp>
      <p:sp>
        <p:nvSpPr>
          <p:cNvPr id="4" name="Disclaimer-English (United States)">
            <a:extLst>
              <a:ext uri="{FF2B5EF4-FFF2-40B4-BE49-F238E27FC236}">
                <a16:creationId xmlns:a16="http://schemas.microsoft.com/office/drawing/2014/main" id="{4967612C-8E7D-9533-40CB-B02510C5F5EB}"/>
              </a:ext>
            </a:extLst>
          </p:cNvPr>
          <p:cNvSpPr>
            <a:spLocks noChangeArrowheads="1"/>
          </p:cNvSpPr>
          <p:nvPr userDrawn="1">
            <p:custDataLst>
              <p:tags r:id="rId9"/>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lumMod val="75000"/>
                    <a:lumOff val="25000"/>
                  </a:schemeClr>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lumMod val="75000"/>
                  <a:lumOff val="25000"/>
                </a:schemeClr>
              </a:solidFill>
              <a:latin typeface="Lexend Medium" pitchFamily="2" charset="77"/>
              <a:ea typeface="Montserrat" panose="00000500000000000000" pitchFamily="2" charset="0"/>
              <a:cs typeface="Montserrat" panose="00000500000000000000" pitchFamily="2" charset="0"/>
            </a:endParaRPr>
          </a:p>
        </p:txBody>
      </p:sp>
    </p:spTree>
    <p:extLst>
      <p:ext uri="{BB962C8B-B14F-4D97-AF65-F5344CB8AC3E}">
        <p14:creationId xmlns:p14="http://schemas.microsoft.com/office/powerpoint/2010/main" val="3777124432"/>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914400" rtl="0" eaLnBrk="1" latinLnBrk="0" hangingPunct="1">
        <a:lnSpc>
          <a:spcPct val="90000"/>
        </a:lnSpc>
        <a:spcBef>
          <a:spcPct val="0"/>
        </a:spcBef>
        <a:buNone/>
        <a:defRPr sz="3200" b="0" i="0" kern="1200" spc="-50" baseline="0">
          <a:solidFill>
            <a:schemeClr val="accent1"/>
          </a:solidFill>
          <a:latin typeface="Lexend Medium" pitchFamily="2" charset="77"/>
          <a:ea typeface="+mj-ea"/>
          <a:cs typeface="+mj-cs"/>
        </a:defRPr>
      </a:lvl1pPr>
    </p:titleStyle>
    <p:bodyStyle>
      <a:lvl1pPr marL="228600" indent="-137160" algn="l" defTabSz="914400" rtl="0" eaLnBrk="1" latinLnBrk="0" hangingPunct="1">
        <a:lnSpc>
          <a:spcPct val="120000"/>
        </a:lnSpc>
        <a:spcBef>
          <a:spcPts val="10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1pPr>
      <a:lvl2pPr marL="6858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2pPr>
      <a:lvl3pPr marL="11430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3pPr>
      <a:lvl4pPr marL="16002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4pPr>
      <a:lvl5pPr marL="20574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5pPr>
      <a:lvl6pPr marL="25146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96">
          <p15:clr>
            <a:srgbClr val="F26B43"/>
          </p15:clr>
        </p15:guide>
        <p15:guide id="4" pos="7584">
          <p15:clr>
            <a:srgbClr val="F26B43"/>
          </p15:clr>
        </p15:guide>
        <p15:guide id="5" orient="horz" pos="4200">
          <p15:clr>
            <a:srgbClr val="F26B43"/>
          </p15:clr>
        </p15:guide>
        <p15:guide id="6" orient="horz" pos="96">
          <p15:clr>
            <a:srgbClr val="F26B43"/>
          </p15:clr>
        </p15:guide>
        <p15:guide id="7" pos="7104">
          <p15:clr>
            <a:srgbClr val="F26B43"/>
          </p15:clr>
        </p15:guide>
        <p15:guide id="8" pos="5712">
          <p15:clr>
            <a:srgbClr val="F26B43"/>
          </p15:clr>
        </p15:guide>
        <p15:guide id="9" pos="1968">
          <p15:clr>
            <a:srgbClr val="F26B43"/>
          </p15:clr>
        </p15:guide>
        <p15:guide id="10" pos="2544">
          <p15:clr>
            <a:srgbClr val="F26B43"/>
          </p15:clr>
        </p15:guide>
        <p15:guide id="11" pos="5136">
          <p15:clr>
            <a:srgbClr val="F26B43"/>
          </p15:clr>
        </p15:guide>
        <p15:guide id="12" orient="horz" pos="1032">
          <p15:clr>
            <a:srgbClr val="F26B43"/>
          </p15:clr>
        </p15:guide>
        <p15:guide id="13" pos="5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bg2">
                <a:lumMod val="92000"/>
                <a:lumOff val="8000"/>
              </a:schemeClr>
            </a:gs>
            <a:gs pos="0">
              <a:schemeClr val="accent1"/>
            </a:gs>
            <a:gs pos="98000">
              <a:schemeClr val="accent1">
                <a:lumMod val="50000"/>
              </a:schemeClr>
            </a:gs>
          </a:gsLst>
          <a:path path="circle">
            <a:fillToRect l="100000" b="100000"/>
          </a:path>
        </a:gradFill>
        <a:effectLst/>
      </p:bgPr>
    </p:bg>
    <p:spTree>
      <p:nvGrpSpPr>
        <p:cNvPr id="1" name=""/>
        <p:cNvGrpSpPr/>
        <p:nvPr/>
      </p:nvGrpSpPr>
      <p:grpSpPr>
        <a:xfrm>
          <a:off x="0" y="0"/>
          <a:ext cx="0" cy="0"/>
          <a:chOff x="0" y="0"/>
          <a:chExt cx="0" cy="0"/>
        </a:xfrm>
      </p:grpSpPr>
      <p:pic>
        <p:nvPicPr>
          <p:cNvPr id="17" name="Picture 16" descr="A white lines on a black background&#10;&#10;Description automatically generated">
            <a:extLst>
              <a:ext uri="{FF2B5EF4-FFF2-40B4-BE49-F238E27FC236}">
                <a16:creationId xmlns:a16="http://schemas.microsoft.com/office/drawing/2014/main" id="{965C87A4-1B43-8B8C-4A6D-14E83C072BF7}"/>
              </a:ext>
            </a:extLst>
          </p:cNvPr>
          <p:cNvPicPr preferRelativeResize="0">
            <a:picLocks/>
          </p:cNvPicPr>
          <p:nvPr userDrawn="1"/>
        </p:nvPicPr>
        <p:blipFill rotWithShape="1">
          <a:blip r:embed="rId12" cstate="screen">
            <a:alphaModFix amt="34000"/>
            <a:extLst>
              <a:ext uri="{BEBA8EAE-BF5A-486C-A8C5-ECC9F3942E4B}">
                <a14:imgProps xmlns:a14="http://schemas.microsoft.com/office/drawing/2010/main">
                  <a14:imgLayer r:embed="rId13">
                    <a14:imgEffect>
                      <a14:sharpenSoften amount="62000"/>
                    </a14:imgEffect>
                  </a14:imgLayer>
                </a14:imgProps>
              </a:ext>
              <a:ext uri="{28A0092B-C50C-407E-A947-70E740481C1C}">
                <a14:useLocalDpi xmlns:a14="http://schemas.microsoft.com/office/drawing/2010/main"/>
              </a:ext>
            </a:extLst>
          </a:blip>
          <a:srcRect/>
          <a:stretch/>
        </p:blipFill>
        <p:spPr>
          <a:xfrm rot="15723844" flipH="1">
            <a:off x="8200647" y="2502809"/>
            <a:ext cx="6929829" cy="1996962"/>
          </a:xfrm>
          <a:prstGeom prst="rect">
            <a:avLst/>
          </a:prstGeom>
        </p:spPr>
      </p:pic>
      <p:grpSp>
        <p:nvGrpSpPr>
          <p:cNvPr id="7" name="Group 6">
            <a:extLst>
              <a:ext uri="{FF2B5EF4-FFF2-40B4-BE49-F238E27FC236}">
                <a16:creationId xmlns:a16="http://schemas.microsoft.com/office/drawing/2014/main" id="{DF29EE8C-1111-1914-510B-89BF593B2E44}"/>
              </a:ext>
            </a:extLst>
          </p:cNvPr>
          <p:cNvGrpSpPr/>
          <p:nvPr userDrawn="1"/>
        </p:nvGrpSpPr>
        <p:grpSpPr>
          <a:xfrm>
            <a:off x="9308381" y="0"/>
            <a:ext cx="2883619" cy="6858418"/>
            <a:chOff x="9308381" y="0"/>
            <a:chExt cx="2883619" cy="6858418"/>
          </a:xfrm>
        </p:grpSpPr>
        <p:pic>
          <p:nvPicPr>
            <p:cNvPr id="15" name="Graphic 9">
              <a:extLst>
                <a:ext uri="{FF2B5EF4-FFF2-40B4-BE49-F238E27FC236}">
                  <a16:creationId xmlns:a16="http://schemas.microsoft.com/office/drawing/2014/main" id="{CF60B33A-1BBB-E147-3104-9D84182A897A}"/>
                </a:ext>
              </a:extLst>
            </p:cNvPr>
            <p:cNvPicPr preferRelativeResize="0">
              <a:picLocks/>
            </p:cNvPicPr>
            <p:nvPr userDrawn="1"/>
          </p:nvPicPr>
          <p:blipFill>
            <a:blip r:embed="rId14" cstate="screen">
              <a:duotone>
                <a:schemeClr val="accent1">
                  <a:shade val="45000"/>
                  <a:satMod val="135000"/>
                </a:schemeClr>
                <a:prstClr val="white"/>
              </a:duotone>
              <a:extLst>
                <a:ext uri="{BEBA8EAE-BF5A-486C-A8C5-ECC9F3942E4B}">
                  <a14:imgProps xmlns:a14="http://schemas.microsoft.com/office/drawing/2010/main">
                    <a14:imgLayer r:embed="rId15">
                      <a14:imgEffect>
                        <a14:brightnessContrast bright="20000" contrast="20000"/>
                      </a14:imgEffect>
                    </a14:imgLayer>
                  </a14:imgProps>
                </a:ext>
                <a:ext uri="{28A0092B-C50C-407E-A947-70E740481C1C}">
                  <a14:useLocalDpi xmlns:a14="http://schemas.microsoft.com/office/drawing/2010/main"/>
                </a:ext>
              </a:extLst>
            </a:blip>
            <a:srcRect/>
            <a:stretch/>
          </p:blipFill>
          <p:spPr>
            <a:xfrm>
              <a:off x="9308381" y="0"/>
              <a:ext cx="2883619" cy="6858418"/>
            </a:xfrm>
            <a:prstGeom prst="rect">
              <a:avLst/>
            </a:prstGeom>
          </p:spPr>
        </p:pic>
        <p:pic>
          <p:nvPicPr>
            <p:cNvPr id="2" name="Graphic 1">
              <a:extLst>
                <a:ext uri="{FF2B5EF4-FFF2-40B4-BE49-F238E27FC236}">
                  <a16:creationId xmlns:a16="http://schemas.microsoft.com/office/drawing/2014/main" id="{977B9CEE-0BB4-191D-2130-61443CECBC9E}"/>
                </a:ext>
              </a:extLst>
            </p:cNvPr>
            <p:cNvPicPr>
              <a:picLocks noChangeAspect="1"/>
            </p:cNvPicPr>
            <p:nvPr userDrawn="1"/>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rcRect/>
            <a:stretch/>
          </p:blipFill>
          <p:spPr>
            <a:xfrm>
              <a:off x="11516400" y="128909"/>
              <a:ext cx="298323" cy="298323"/>
            </a:xfrm>
            <a:prstGeom prst="rect">
              <a:avLst/>
            </a:prstGeom>
          </p:spPr>
        </p:pic>
      </p:grpSp>
      <p:sp>
        <p:nvSpPr>
          <p:cNvPr id="4" name="Disclaimer-English (United States)">
            <a:extLst>
              <a:ext uri="{FF2B5EF4-FFF2-40B4-BE49-F238E27FC236}">
                <a16:creationId xmlns:a16="http://schemas.microsoft.com/office/drawing/2014/main" id="{4967612C-8E7D-9533-40CB-B02510C5F5EB}"/>
              </a:ext>
            </a:extLst>
          </p:cNvPr>
          <p:cNvSpPr>
            <a:spLocks noChangeArrowheads="1"/>
          </p:cNvSpPr>
          <p:nvPr userDrawn="1">
            <p:custDataLst>
              <p:tags r:id="rId1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accent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accent2"/>
              </a:solidFill>
              <a:latin typeface="Lexend Medium" pitchFamily="2" charset="77"/>
              <a:ea typeface="Montserrat" panose="00000500000000000000" pitchFamily="2" charset="0"/>
              <a:cs typeface="Montserrat" panose="00000500000000000000" pitchFamily="2" charset="0"/>
            </a:endParaRPr>
          </a:p>
        </p:txBody>
      </p:sp>
    </p:spTree>
    <p:extLst>
      <p:ext uri="{BB962C8B-B14F-4D97-AF65-F5344CB8AC3E}">
        <p14:creationId xmlns:p14="http://schemas.microsoft.com/office/powerpoint/2010/main" val="165404831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914400" rtl="0" eaLnBrk="1" latinLnBrk="0" hangingPunct="1">
        <a:lnSpc>
          <a:spcPct val="90000"/>
        </a:lnSpc>
        <a:spcBef>
          <a:spcPct val="0"/>
        </a:spcBef>
        <a:buNone/>
        <a:defRPr sz="3200" b="0" i="0" kern="1200" spc="-50" baseline="0">
          <a:solidFill>
            <a:schemeClr val="bg2"/>
          </a:solidFill>
          <a:latin typeface="Lexend Medium" pitchFamily="2" charset="77"/>
          <a:ea typeface="+mj-ea"/>
          <a:cs typeface="+mj-cs"/>
        </a:defRPr>
      </a:lvl1pPr>
    </p:titleStyle>
    <p:bodyStyle>
      <a:lvl1pPr marL="228600" indent="-137160" algn="l" defTabSz="914400" rtl="0" eaLnBrk="1" latinLnBrk="0" hangingPunct="1">
        <a:lnSpc>
          <a:spcPct val="120000"/>
        </a:lnSpc>
        <a:spcBef>
          <a:spcPts val="10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1pPr>
      <a:lvl2pPr marL="6858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2pPr>
      <a:lvl3pPr marL="11430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3pPr>
      <a:lvl4pPr marL="16002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4pPr>
      <a:lvl5pPr marL="20574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5pPr>
      <a:lvl6pPr marL="25146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96">
          <p15:clr>
            <a:srgbClr val="F26B43"/>
          </p15:clr>
        </p15:guide>
        <p15:guide id="4" pos="7584">
          <p15:clr>
            <a:srgbClr val="F26B43"/>
          </p15:clr>
        </p15:guide>
        <p15:guide id="5" orient="horz" pos="4200">
          <p15:clr>
            <a:srgbClr val="F26B43"/>
          </p15:clr>
        </p15:guide>
        <p15:guide id="6" orient="horz" pos="96">
          <p15:clr>
            <a:srgbClr val="F26B43"/>
          </p15:clr>
        </p15:guide>
        <p15:guide id="7" pos="7104">
          <p15:clr>
            <a:srgbClr val="F26B43"/>
          </p15:clr>
        </p15:guide>
        <p15:guide id="8" pos="5712">
          <p15:clr>
            <a:srgbClr val="F26B43"/>
          </p15:clr>
        </p15:guide>
        <p15:guide id="9" pos="1968">
          <p15:clr>
            <a:srgbClr val="F26B43"/>
          </p15:clr>
        </p15:guide>
        <p15:guide id="10" pos="2544">
          <p15:clr>
            <a:srgbClr val="F26B43"/>
          </p15:clr>
        </p15:guide>
        <p15:guide id="11" pos="5136">
          <p15:clr>
            <a:srgbClr val="F26B43"/>
          </p15:clr>
        </p15:guide>
        <p15:guide id="12" orient="horz" pos="1032">
          <p15:clr>
            <a:srgbClr val="F26B43"/>
          </p15:clr>
        </p15:guide>
        <p15:guide id="13" pos="5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slideLayout" Target="../slideLayouts/slideLayout26.xml"/><Relationship Id="rId7" Type="http://schemas.openxmlformats.org/officeDocument/2006/relationships/image" Target="../media/image16.png"/><Relationship Id="rId12" Type="http://schemas.microsoft.com/office/2007/relationships/hdphoto" Target="../media/hdphoto8.wdp"/><Relationship Id="rId2" Type="http://schemas.openxmlformats.org/officeDocument/2006/relationships/tags" Target="../tags/tag15.xml"/><Relationship Id="rId1" Type="http://schemas.openxmlformats.org/officeDocument/2006/relationships/tags" Target="../tags/tag14.xml"/><Relationship Id="rId6" Type="http://schemas.microsoft.com/office/2007/relationships/hdphoto" Target="../media/hdphoto6.wdp"/><Relationship Id="rId11" Type="http://schemas.openxmlformats.org/officeDocument/2006/relationships/image" Target="../media/image17.jpeg"/><Relationship Id="rId5" Type="http://schemas.openxmlformats.org/officeDocument/2006/relationships/image" Target="../media/image11.png"/><Relationship Id="rId10" Type="http://schemas.openxmlformats.org/officeDocument/2006/relationships/image" Target="../media/image13.svg"/><Relationship Id="rId4" Type="http://schemas.openxmlformats.org/officeDocument/2006/relationships/notesSlide" Target="../notesSlides/notesSlide2.xml"/><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hyperlink" Target="https://amexio-group.atlassian.net/wiki/spaces/~7120202b5ef987012e4390bd33cd0bcd1947f8/pages/491716609/Home+-+OpenText+Observability+Proof+of+Concept+POC" TargetMode="External"/><Relationship Id="rId2" Type="http://schemas.openxmlformats.org/officeDocument/2006/relationships/notesSlide" Target="../notesSlides/notesSlide13.xml"/><Relationship Id="rId1" Type="http://schemas.openxmlformats.org/officeDocument/2006/relationships/slideLayout" Target="../slideLayouts/slideLayout26.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76F348A-138C-87BC-2E3E-0C50CB90862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0" y="-1"/>
            <a:ext cx="12274826" cy="6988635"/>
          </a:xfrm>
          <a:prstGeom prst="rect">
            <a:avLst/>
          </a:prstGeom>
        </p:spPr>
      </p:pic>
      <p:sp>
        <p:nvSpPr>
          <p:cNvPr id="4" name="gradient">
            <a:extLst>
              <a:ext uri="{FF2B5EF4-FFF2-40B4-BE49-F238E27FC236}">
                <a16:creationId xmlns:a16="http://schemas.microsoft.com/office/drawing/2014/main" id="{F81036C9-E1AE-2F2F-7469-9835BE141B56}"/>
              </a:ext>
            </a:extLst>
          </p:cNvPr>
          <p:cNvSpPr/>
          <p:nvPr/>
        </p:nvSpPr>
        <p:spPr>
          <a:xfrm rot="5400000">
            <a:off x="2643094" y="-2643096"/>
            <a:ext cx="6988637" cy="12274828"/>
          </a:xfrm>
          <a:prstGeom prst="rect">
            <a:avLst/>
          </a:prstGeom>
          <a:gradFill flip="none" rotWithShape="1">
            <a:gsLst>
              <a:gs pos="0">
                <a:schemeClr val="bg1">
                  <a:alpha val="47000"/>
                  <a:lumMod val="100000"/>
                </a:schemeClr>
              </a:gs>
              <a:gs pos="30000">
                <a:schemeClr val="accent3">
                  <a:alpha val="30886"/>
                </a:schemeClr>
              </a:gs>
              <a:gs pos="18000">
                <a:schemeClr val="accent6">
                  <a:alpha val="35158"/>
                </a:schemeClr>
              </a:gs>
              <a:gs pos="96000">
                <a:schemeClr val="accent2">
                  <a:lumMod val="10000"/>
                </a:schemeClr>
              </a:gs>
              <a:gs pos="6600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Lexend Medium" pitchFamily="2" charset="77"/>
            </a:endParaRPr>
          </a:p>
        </p:txBody>
      </p:sp>
      <p:sp>
        <p:nvSpPr>
          <p:cNvPr id="6" name="Title 5">
            <a:extLst>
              <a:ext uri="{FF2B5EF4-FFF2-40B4-BE49-F238E27FC236}">
                <a16:creationId xmlns:a16="http://schemas.microsoft.com/office/drawing/2014/main" id="{41572081-E3DE-1020-ED2B-B2946CDD21D5}"/>
              </a:ext>
            </a:extLst>
          </p:cNvPr>
          <p:cNvSpPr>
            <a:spLocks noGrp="1"/>
          </p:cNvSpPr>
          <p:nvPr>
            <p:ph type="title"/>
          </p:nvPr>
        </p:nvSpPr>
        <p:spPr/>
        <p:txBody>
          <a:bodyPr/>
          <a:lstStyle/>
          <a:p>
            <a:r>
              <a:rPr lang="nl-NL" noProof="0" dirty="0">
                <a:solidFill>
                  <a:schemeClr val="bg1"/>
                </a:solidFill>
              </a:rPr>
              <a:t>Delivery 4</a:t>
            </a:r>
          </a:p>
        </p:txBody>
      </p:sp>
      <p:sp>
        <p:nvSpPr>
          <p:cNvPr id="8" name="Text Placeholder 7">
            <a:extLst>
              <a:ext uri="{FF2B5EF4-FFF2-40B4-BE49-F238E27FC236}">
                <a16:creationId xmlns:a16="http://schemas.microsoft.com/office/drawing/2014/main" id="{BEC3FDB5-B354-7D5B-77FD-C889D9F45615}"/>
              </a:ext>
            </a:extLst>
          </p:cNvPr>
          <p:cNvSpPr>
            <a:spLocks noGrp="1"/>
          </p:cNvSpPr>
          <p:nvPr>
            <p:ph type="body" sz="quarter" idx="11"/>
          </p:nvPr>
        </p:nvSpPr>
        <p:spPr>
          <a:xfrm>
            <a:off x="876300" y="3559635"/>
            <a:ext cx="7537529" cy="341632"/>
          </a:xfrm>
        </p:spPr>
        <p:txBody>
          <a:bodyPr/>
          <a:lstStyle/>
          <a:p>
            <a:r>
              <a:rPr lang="nl-NL" noProof="0" dirty="0"/>
              <a:t>Logs scrapen &amp; documentatie</a:t>
            </a:r>
            <a:endParaRPr lang="nl-NL" noProof="0" dirty="0">
              <a:solidFill>
                <a:schemeClr val="accent3">
                  <a:lumMod val="60000"/>
                  <a:lumOff val="40000"/>
                </a:schemeClr>
              </a:solidFill>
            </a:endParaRPr>
          </a:p>
        </p:txBody>
      </p:sp>
      <p:pic>
        <p:nvPicPr>
          <p:cNvPr id="3" name="Graphic 4">
            <a:extLst>
              <a:ext uri="{FF2B5EF4-FFF2-40B4-BE49-F238E27FC236}">
                <a16:creationId xmlns:a16="http://schemas.microsoft.com/office/drawing/2014/main" id="{7942D829-241E-9F52-802D-A26A37AFC37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6300" y="1438820"/>
            <a:ext cx="2422254" cy="681994"/>
          </a:xfrm>
          <a:prstGeom prst="rect">
            <a:avLst/>
          </a:prstGeom>
        </p:spPr>
      </p:pic>
    </p:spTree>
    <p:extLst>
      <p:ext uri="{BB962C8B-B14F-4D97-AF65-F5344CB8AC3E}">
        <p14:creationId xmlns:p14="http://schemas.microsoft.com/office/powerpoint/2010/main" val="6671457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F39572C-F98C-9867-7BC9-EF1BE9954090}"/>
              </a:ext>
            </a:extLst>
          </p:cNvPr>
          <p:cNvGrpSpPr/>
          <p:nvPr/>
        </p:nvGrpSpPr>
        <p:grpSpPr>
          <a:xfrm>
            <a:off x="838200" y="2012427"/>
            <a:ext cx="5549012" cy="789946"/>
            <a:chOff x="838200" y="1744798"/>
            <a:chExt cx="5101611" cy="789946"/>
          </a:xfrm>
        </p:grpSpPr>
        <p:sp>
          <p:nvSpPr>
            <p:cNvPr id="4" name="Executive summary">
              <a:extLst>
                <a:ext uri="{FF2B5EF4-FFF2-40B4-BE49-F238E27FC236}">
                  <a16:creationId xmlns:a16="http://schemas.microsoft.com/office/drawing/2014/main" id="{59452445-6A86-2EB8-DBF9-7A64B3B4CA5C}"/>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OTCM Logs</a:t>
              </a:r>
            </a:p>
          </p:txBody>
        </p:sp>
        <p:sp>
          <p:nvSpPr>
            <p:cNvPr id="5" name="01">
              <a:extLst>
                <a:ext uri="{FF2B5EF4-FFF2-40B4-BE49-F238E27FC236}">
                  <a16:creationId xmlns:a16="http://schemas.microsoft.com/office/drawing/2014/main" id="{E44C57EC-D238-7C2F-A47F-3A7C88A6FD25}"/>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01</a:t>
              </a:r>
            </a:p>
          </p:txBody>
        </p:sp>
      </p:grpSp>
      <p:grpSp>
        <p:nvGrpSpPr>
          <p:cNvPr id="23" name="Group 22">
            <a:extLst>
              <a:ext uri="{FF2B5EF4-FFF2-40B4-BE49-F238E27FC236}">
                <a16:creationId xmlns:a16="http://schemas.microsoft.com/office/drawing/2014/main" id="{166DE157-14B0-D782-CA3A-D0205501F9E6}"/>
              </a:ext>
            </a:extLst>
          </p:cNvPr>
          <p:cNvGrpSpPr/>
          <p:nvPr/>
        </p:nvGrpSpPr>
        <p:grpSpPr>
          <a:xfrm>
            <a:off x="838200" y="2592290"/>
            <a:ext cx="5549012" cy="789946"/>
            <a:chOff x="838200" y="1744798"/>
            <a:chExt cx="5101611" cy="789946"/>
          </a:xfrm>
        </p:grpSpPr>
        <p:sp>
          <p:nvSpPr>
            <p:cNvPr id="24" name="Executive summary">
              <a:extLst>
                <a:ext uri="{FF2B5EF4-FFF2-40B4-BE49-F238E27FC236}">
                  <a16:creationId xmlns:a16="http://schemas.microsoft.com/office/drawing/2014/main" id="{DCFDCC29-6515-BC76-6228-D8FC1EC288F4}"/>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a:t>
              </a:r>
            </a:p>
          </p:txBody>
        </p:sp>
        <p:sp>
          <p:nvSpPr>
            <p:cNvPr id="25" name="01">
              <a:extLst>
                <a:ext uri="{FF2B5EF4-FFF2-40B4-BE49-F238E27FC236}">
                  <a16:creationId xmlns:a16="http://schemas.microsoft.com/office/drawing/2014/main" id="{E5DE833A-B7DC-DE50-22E6-EFE87951E658}"/>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02</a:t>
              </a:r>
            </a:p>
          </p:txBody>
        </p:sp>
      </p:grpSp>
      <p:grpSp>
        <p:nvGrpSpPr>
          <p:cNvPr id="26" name="Group 25">
            <a:extLst>
              <a:ext uri="{FF2B5EF4-FFF2-40B4-BE49-F238E27FC236}">
                <a16:creationId xmlns:a16="http://schemas.microsoft.com/office/drawing/2014/main" id="{BCA96BDE-3ADF-9A00-2C01-6F666A2DB399}"/>
              </a:ext>
            </a:extLst>
          </p:cNvPr>
          <p:cNvGrpSpPr/>
          <p:nvPr/>
        </p:nvGrpSpPr>
        <p:grpSpPr>
          <a:xfrm>
            <a:off x="838200" y="3216758"/>
            <a:ext cx="5549012" cy="789946"/>
            <a:chOff x="838200" y="1744798"/>
            <a:chExt cx="5101611" cy="789946"/>
          </a:xfrm>
        </p:grpSpPr>
        <p:sp>
          <p:nvSpPr>
            <p:cNvPr id="27" name="Executive summary">
              <a:extLst>
                <a:ext uri="{FF2B5EF4-FFF2-40B4-BE49-F238E27FC236}">
                  <a16:creationId xmlns:a16="http://schemas.microsoft.com/office/drawing/2014/main" id="{F129838E-9027-6B36-6F5B-E899F1A29F7D}"/>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OpenTelemetry</a:t>
              </a:r>
              <a:endParaRPr kumimoji="0" lang="nl-NL" sz="2400" b="0" i="0" u="none" strike="noStrike" kern="1200" cap="none" spc="0" normalizeH="0" baseline="0" noProof="0" dirty="0">
                <a:ln>
                  <a:noFill/>
                </a:ln>
                <a:solidFill>
                  <a:srgbClr val="FFFFFF"/>
                </a:solidFill>
                <a:effectLst/>
                <a:uLnTx/>
                <a:uFillTx/>
                <a:latin typeface="Lexend Medium"/>
                <a:ea typeface="+mn-ea"/>
                <a:cs typeface="+mn-cs"/>
                <a:sym typeface="Montserrat" panose="00000500000000000000" pitchFamily="2" charset="0"/>
              </a:endParaRPr>
            </a:p>
          </p:txBody>
        </p:sp>
        <p:sp>
          <p:nvSpPr>
            <p:cNvPr id="28" name="01">
              <a:extLst>
                <a:ext uri="{FF2B5EF4-FFF2-40B4-BE49-F238E27FC236}">
                  <a16:creationId xmlns:a16="http://schemas.microsoft.com/office/drawing/2014/main" id="{512C6DBA-BF04-7382-46D1-3457511A4906}"/>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03</a:t>
              </a:r>
            </a:p>
          </p:txBody>
        </p:sp>
      </p:grpSp>
      <p:grpSp>
        <p:nvGrpSpPr>
          <p:cNvPr id="29" name="Group 28">
            <a:extLst>
              <a:ext uri="{FF2B5EF4-FFF2-40B4-BE49-F238E27FC236}">
                <a16:creationId xmlns:a16="http://schemas.microsoft.com/office/drawing/2014/main" id="{99BF9071-5BB5-A3F2-F1BA-1C98F7C10458}"/>
              </a:ext>
            </a:extLst>
          </p:cNvPr>
          <p:cNvGrpSpPr/>
          <p:nvPr/>
        </p:nvGrpSpPr>
        <p:grpSpPr>
          <a:xfrm>
            <a:off x="838200" y="3807773"/>
            <a:ext cx="5549012" cy="789946"/>
            <a:chOff x="838200" y="1744798"/>
            <a:chExt cx="5101611" cy="789946"/>
          </a:xfrm>
        </p:grpSpPr>
        <p:sp>
          <p:nvSpPr>
            <p:cNvPr id="30" name="Executive summary">
              <a:extLst>
                <a:ext uri="{FF2B5EF4-FFF2-40B4-BE49-F238E27FC236}">
                  <a16:creationId xmlns:a16="http://schemas.microsoft.com/office/drawing/2014/main" id="{EA66D309-FAED-4A92-E2F7-91F12F4CAA9E}"/>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lvl="0">
                <a:defRPr/>
              </a:pPr>
              <a:r>
                <a:rPr lang="nl-NL" sz="2400" dirty="0">
                  <a:solidFill>
                    <a:srgbClr val="FFFFFF"/>
                  </a:solidFill>
                  <a:latin typeface="Lexend Medium"/>
                  <a:ea typeface="+mn-lt"/>
                  <a:cs typeface="+mn-lt"/>
                </a:rPr>
                <a:t>Documentatie</a:t>
              </a:r>
              <a:endParaRPr lang="nl-NL" sz="2400" dirty="0">
                <a:solidFill>
                  <a:srgbClr val="FFFFFF"/>
                </a:solidFill>
                <a:latin typeface="Lexend Medium"/>
              </a:endParaRPr>
            </a:p>
          </p:txBody>
        </p:sp>
        <p:sp>
          <p:nvSpPr>
            <p:cNvPr id="31" name="01">
              <a:extLst>
                <a:ext uri="{FF2B5EF4-FFF2-40B4-BE49-F238E27FC236}">
                  <a16:creationId xmlns:a16="http://schemas.microsoft.com/office/drawing/2014/main" id="{7D4C6E1A-99DF-F94F-A1CD-07616149A093}"/>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04</a:t>
              </a:r>
            </a:p>
          </p:txBody>
        </p:sp>
      </p:grpSp>
      <p:grpSp>
        <p:nvGrpSpPr>
          <p:cNvPr id="32" name="Group 31">
            <a:extLst>
              <a:ext uri="{FF2B5EF4-FFF2-40B4-BE49-F238E27FC236}">
                <a16:creationId xmlns:a16="http://schemas.microsoft.com/office/drawing/2014/main" id="{130DB75C-A480-2C2B-9425-84CD77DAB6E1}"/>
              </a:ext>
            </a:extLst>
          </p:cNvPr>
          <p:cNvGrpSpPr/>
          <p:nvPr/>
        </p:nvGrpSpPr>
        <p:grpSpPr>
          <a:xfrm>
            <a:off x="838200" y="4387636"/>
            <a:ext cx="5549012" cy="789946"/>
            <a:chOff x="838200" y="1744798"/>
            <a:chExt cx="5101611" cy="789946"/>
          </a:xfrm>
        </p:grpSpPr>
        <p:sp>
          <p:nvSpPr>
            <p:cNvPr id="33" name="Executive summary">
              <a:extLst>
                <a:ext uri="{FF2B5EF4-FFF2-40B4-BE49-F238E27FC236}">
                  <a16:creationId xmlns:a16="http://schemas.microsoft.com/office/drawing/2014/main" id="{E58F1C00-CAAA-30A2-9A13-C32A025DF428}"/>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lvl="0">
                <a:defRPr/>
              </a:pPr>
              <a:r>
                <a:rPr lang="nl-NL" sz="2400" dirty="0">
                  <a:solidFill>
                    <a:srgbClr val="FFFFFF"/>
                  </a:solidFill>
                  <a:latin typeface="Lexend Medium" pitchFamily="2" charset="77"/>
                  <a:cs typeface="Montserrat" panose="00000500000000000000" pitchFamily="2" charset="0"/>
                </a:rPr>
                <a:t>Volgende sprint</a:t>
              </a:r>
            </a:p>
          </p:txBody>
        </p:sp>
        <p:sp>
          <p:nvSpPr>
            <p:cNvPr id="34" name="01">
              <a:extLst>
                <a:ext uri="{FF2B5EF4-FFF2-40B4-BE49-F238E27FC236}">
                  <a16:creationId xmlns:a16="http://schemas.microsoft.com/office/drawing/2014/main" id="{F374C842-D6CD-CABD-199D-CA237CC9AB8C}"/>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05</a:t>
              </a:r>
            </a:p>
          </p:txBody>
        </p:sp>
      </p:grpSp>
      <p:sp>
        <p:nvSpPr>
          <p:cNvPr id="2" name="Disclaimer-English (United States)">
            <a:extLst>
              <a:ext uri="{FF2B5EF4-FFF2-40B4-BE49-F238E27FC236}">
                <a16:creationId xmlns:a16="http://schemas.microsoft.com/office/drawing/2014/main" id="{A5FF3E12-C53B-01DB-4E82-47126B77ED50}"/>
              </a:ext>
            </a:extLst>
          </p:cNvPr>
          <p:cNvSpPr>
            <a:spLocks noChangeArrowheads="1"/>
          </p:cNvSpPr>
          <p:nvPr>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marL="0" marR="0" lvl="0" indent="0" algn="ctr" defTabSz="804863" rtl="0" eaLnBrk="0" fontAlgn="auto" latinLnBrk="0" hangingPunct="0">
              <a:lnSpc>
                <a:spcPct val="100000"/>
              </a:lnSpc>
              <a:spcBef>
                <a:spcPts val="0"/>
              </a:spcBef>
              <a:spcAft>
                <a:spcPts val="0"/>
              </a:spcAft>
              <a:buClrTx/>
              <a:buSzTx/>
              <a:buFontTx/>
              <a:buNone/>
              <a:tabLst/>
              <a:defRPr/>
            </a:pPr>
            <a:fld id="{BDA852C8-1DAB-6641-A0E8-01E5234DCC82}" type="slidenum">
              <a:rPr kumimoji="0" lang="nl-NL" sz="1050" b="0" i="0" u="none" strike="noStrike" kern="1200" cap="none" spc="0" normalizeH="0" baseline="0" noProof="0" smtClean="0">
                <a:ln>
                  <a:noFill/>
                </a:ln>
                <a:solidFill>
                  <a:srgbClr val="000000"/>
                </a:solidFill>
                <a:effectLst/>
                <a:uLnTx/>
                <a:uFillTx/>
                <a:latin typeface="Lexend Medium" pitchFamily="2" charset="77"/>
                <a:ea typeface="Montserrat" panose="00000500000000000000" pitchFamily="2" charset="0"/>
                <a:cs typeface="Montserrat" panose="00000500000000000000" pitchFamily="2" charset="0"/>
              </a:rPr>
              <a:pPr marL="0" marR="0" lvl="0" indent="0" algn="ctr" defTabSz="804863" rtl="0" eaLnBrk="0" fontAlgn="auto" latinLnBrk="0" hangingPunct="0">
                <a:lnSpc>
                  <a:spcPct val="100000"/>
                </a:lnSpc>
                <a:spcBef>
                  <a:spcPts val="0"/>
                </a:spcBef>
                <a:spcAft>
                  <a:spcPts val="0"/>
                </a:spcAft>
                <a:buClrTx/>
                <a:buSzTx/>
                <a:buFontTx/>
                <a:buNone/>
                <a:tabLst/>
                <a:defRPr/>
              </a:pPr>
              <a:t>2</a:t>
            </a:fld>
            <a:endParaRPr kumimoji="0" lang="nl-NL" sz="1050" b="0" i="0" u="none" strike="noStrike" kern="1200" cap="none" spc="0" normalizeH="0" baseline="0" noProof="0" dirty="0">
              <a:ln>
                <a:noFill/>
              </a:ln>
              <a:solidFill>
                <a:srgbClr val="000000"/>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8" name="Title 19">
            <a:extLst>
              <a:ext uri="{FF2B5EF4-FFF2-40B4-BE49-F238E27FC236}">
                <a16:creationId xmlns:a16="http://schemas.microsoft.com/office/drawing/2014/main" id="{3AFB538F-F8A9-5F42-C671-0B862371DF52}"/>
              </a:ext>
            </a:extLst>
          </p:cNvPr>
          <p:cNvSpPr txBox="1">
            <a:spLocks/>
          </p:cNvSpPr>
          <p:nvPr/>
        </p:nvSpPr>
        <p:spPr>
          <a:xfrm>
            <a:off x="838200" y="851734"/>
            <a:ext cx="5257800" cy="870761"/>
          </a:xfrm>
          <a:prstGeom prst="rect">
            <a:avLst/>
          </a:prstGeom>
        </p:spPr>
        <p:txBody>
          <a:bodyPr lIns="0">
            <a:normAutofit/>
          </a:bodyPr>
          <a:lstStyle>
            <a:lvl1pPr algn="l" defTabSz="914400" rtl="0" eaLnBrk="1" latinLnBrk="0" hangingPunct="1">
              <a:lnSpc>
                <a:spcPct val="90000"/>
              </a:lnSpc>
              <a:spcBef>
                <a:spcPct val="0"/>
              </a:spcBef>
              <a:buNone/>
              <a:defRPr sz="3200" b="0" i="0" kern="1200" spc="-50" baseline="0">
                <a:solidFill>
                  <a:schemeClr val="bg2"/>
                </a:solidFill>
                <a:latin typeface="Lexend Medium"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nl-NL" sz="4000" b="1" i="0" u="none" strike="noStrike" kern="1200" cap="none" spc="-50" normalizeH="0" baseline="0" noProof="0" dirty="0">
                <a:ln>
                  <a:noFill/>
                </a:ln>
                <a:solidFill>
                  <a:schemeClr val="tx1"/>
                </a:solidFill>
                <a:effectLst/>
                <a:uLnTx/>
                <a:uFillTx/>
                <a:latin typeface="Lexend Medium" pitchFamily="2" charset="77"/>
                <a:ea typeface="+mj-ea"/>
                <a:cs typeface="+mj-cs"/>
              </a:rPr>
              <a:t>Agenda</a:t>
            </a:r>
          </a:p>
        </p:txBody>
      </p:sp>
      <p:pic>
        <p:nvPicPr>
          <p:cNvPr id="11" name="Graphic 9">
            <a:extLst>
              <a:ext uri="{FF2B5EF4-FFF2-40B4-BE49-F238E27FC236}">
                <a16:creationId xmlns:a16="http://schemas.microsoft.com/office/drawing/2014/main" id="{640E3E42-36C5-D5CD-5754-1466CE624D1A}"/>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a:ext>
            </a:extLst>
          </a:blip>
          <a:srcRect/>
          <a:stretch/>
        </p:blipFill>
        <p:spPr>
          <a:xfrm>
            <a:off x="9308381" y="0"/>
            <a:ext cx="2883619" cy="6858000"/>
          </a:xfrm>
          <a:prstGeom prst="rect">
            <a:avLst/>
          </a:prstGeom>
        </p:spPr>
      </p:pic>
      <p:pic>
        <p:nvPicPr>
          <p:cNvPr id="12" name="Picture 11" descr="A white lines on a black background&#10;&#10;Description automatically generated">
            <a:extLst>
              <a:ext uri="{FF2B5EF4-FFF2-40B4-BE49-F238E27FC236}">
                <a16:creationId xmlns:a16="http://schemas.microsoft.com/office/drawing/2014/main" id="{F7E6B96C-78AB-10E9-0487-38491FABA785}"/>
              </a:ext>
            </a:extLst>
          </p:cNvPr>
          <p:cNvPicPr>
            <a:picLocks noChangeAspect="1"/>
          </p:cNvPicPr>
          <p:nvPr/>
        </p:nvPicPr>
        <p:blipFill rotWithShape="1">
          <a:blip r:embed="rId7" cstate="screen">
            <a:alphaModFix amt="34000"/>
            <a:extLst>
              <a:ext uri="{BEBA8EAE-BF5A-486C-A8C5-ECC9F3942E4B}">
                <a14:imgProps xmlns:a14="http://schemas.microsoft.com/office/drawing/2010/main">
                  <a14:imgLayer r:embed="rId8">
                    <a14:imgEffect>
                      <a14:sharpenSoften amount="62000"/>
                    </a14:imgEffect>
                  </a14:imgLayer>
                </a14:imgProps>
              </a:ext>
              <a:ext uri="{28A0092B-C50C-407E-A947-70E740481C1C}">
                <a14:useLocalDpi xmlns:a14="http://schemas.microsoft.com/office/drawing/2010/main"/>
              </a:ext>
            </a:extLst>
          </a:blip>
          <a:srcRect/>
          <a:stretch/>
        </p:blipFill>
        <p:spPr>
          <a:xfrm rot="15723844" flipH="1">
            <a:off x="7182171" y="3344371"/>
            <a:ext cx="12316644" cy="4698375"/>
          </a:xfrm>
          <a:prstGeom prst="rect">
            <a:avLst/>
          </a:prstGeom>
        </p:spPr>
      </p:pic>
      <p:pic>
        <p:nvPicPr>
          <p:cNvPr id="13" name="Graphic 12">
            <a:extLst>
              <a:ext uri="{FF2B5EF4-FFF2-40B4-BE49-F238E27FC236}">
                <a16:creationId xmlns:a16="http://schemas.microsoft.com/office/drawing/2014/main" id="{2194C765-5D01-131D-E337-8C0301084529}"/>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11516400" y="128909"/>
            <a:ext cx="298323" cy="298323"/>
          </a:xfrm>
          <a:prstGeom prst="rect">
            <a:avLst/>
          </a:prstGeom>
        </p:spPr>
      </p:pic>
      <p:grpSp>
        <p:nvGrpSpPr>
          <p:cNvPr id="7" name="Group 6">
            <a:extLst>
              <a:ext uri="{FF2B5EF4-FFF2-40B4-BE49-F238E27FC236}">
                <a16:creationId xmlns:a16="http://schemas.microsoft.com/office/drawing/2014/main" id="{3E763ADF-92BB-4263-7911-5D273533E7FD}"/>
              </a:ext>
            </a:extLst>
          </p:cNvPr>
          <p:cNvGrpSpPr/>
          <p:nvPr/>
        </p:nvGrpSpPr>
        <p:grpSpPr>
          <a:xfrm>
            <a:off x="6394871" y="-25909"/>
            <a:ext cx="5797129" cy="6883909"/>
            <a:chOff x="6394871" y="-25909"/>
            <a:chExt cx="5797129" cy="6883909"/>
          </a:xfrm>
        </p:grpSpPr>
        <p:pic>
          <p:nvPicPr>
            <p:cNvPr id="10" name="Picture Placeholder 3">
              <a:extLst>
                <a:ext uri="{FF2B5EF4-FFF2-40B4-BE49-F238E27FC236}">
                  <a16:creationId xmlns:a16="http://schemas.microsoft.com/office/drawing/2014/main" id="{C0973017-9B3F-CAEB-ADAD-7D8F66EA8D8C}"/>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flipH="1">
              <a:off x="6394872" y="0"/>
              <a:ext cx="5713512" cy="6857999"/>
            </a:xfrm>
            <a:prstGeom prst="rect">
              <a:avLst/>
            </a:prstGeom>
            <a:solidFill>
              <a:schemeClr val="tx1"/>
            </a:solidFill>
          </p:spPr>
        </p:pic>
        <p:sp>
          <p:nvSpPr>
            <p:cNvPr id="14" name="gradient">
              <a:extLst>
                <a:ext uri="{FF2B5EF4-FFF2-40B4-BE49-F238E27FC236}">
                  <a16:creationId xmlns:a16="http://schemas.microsoft.com/office/drawing/2014/main" id="{1F1E9D34-FA5F-8657-599D-B20B5E67DA47}"/>
                </a:ext>
              </a:extLst>
            </p:cNvPr>
            <p:cNvSpPr/>
            <p:nvPr/>
          </p:nvSpPr>
          <p:spPr>
            <a:xfrm rot="5400000">
              <a:off x="5860606" y="508356"/>
              <a:ext cx="6858000" cy="5789469"/>
            </a:xfrm>
            <a:prstGeom prst="rect">
              <a:avLst/>
            </a:prstGeom>
            <a:gradFill flip="none" rotWithShape="1">
              <a:gsLst>
                <a:gs pos="34000">
                  <a:schemeClr val="bg1">
                    <a:alpha val="0"/>
                  </a:schemeClr>
                </a:gs>
                <a:gs pos="100000">
                  <a:schemeClr val="accent1"/>
                </a:gs>
                <a:gs pos="87000">
                  <a:schemeClr val="accent1">
                    <a:alpha val="95252"/>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dirty="0">
                <a:ln>
                  <a:noFill/>
                </a:ln>
                <a:solidFill>
                  <a:srgbClr val="FFFFFF"/>
                </a:solidFill>
                <a:effectLst/>
                <a:uLnTx/>
                <a:uFillTx/>
                <a:latin typeface="Lexend Medium" pitchFamily="2" charset="77"/>
                <a:ea typeface="+mn-ea"/>
                <a:cs typeface="+mn-cs"/>
              </a:endParaRPr>
            </a:p>
          </p:txBody>
        </p:sp>
        <p:sp>
          <p:nvSpPr>
            <p:cNvPr id="15" name="Disclaimer-English (United States)">
              <a:extLst>
                <a:ext uri="{FF2B5EF4-FFF2-40B4-BE49-F238E27FC236}">
                  <a16:creationId xmlns:a16="http://schemas.microsoft.com/office/drawing/2014/main" id="{D9DE7CBD-9535-9D04-E8F1-EA18705CE7F5}"/>
                </a:ext>
              </a:extLst>
            </p:cNvPr>
            <p:cNvSpPr>
              <a:spLocks noChangeArrowheads="1"/>
            </p:cNvSpPr>
            <p:nvPr>
              <p:custDataLst>
                <p:tags r:id="rId2"/>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marL="0" marR="0" lvl="0" indent="0" algn="ctr" defTabSz="804863" rtl="0" eaLnBrk="0" fontAlgn="auto" latinLnBrk="0" hangingPunct="0">
                <a:lnSpc>
                  <a:spcPct val="100000"/>
                </a:lnSpc>
                <a:spcBef>
                  <a:spcPts val="0"/>
                </a:spcBef>
                <a:spcAft>
                  <a:spcPts val="0"/>
                </a:spcAft>
                <a:buClrTx/>
                <a:buSzTx/>
                <a:buFontTx/>
                <a:buNone/>
                <a:tabLst/>
                <a:defRPr/>
              </a:pPr>
              <a:fld id="{BDA852C8-1DAB-6641-A0E8-01E5234DCC82}" type="slidenum">
                <a:rPr kumimoji="0" lang="nl-NL" sz="1050" b="0" i="0" u="none" strike="noStrike" kern="1200" cap="none" spc="0" normalizeH="0" baseline="0" noProof="0" smtClean="0">
                  <a:ln>
                    <a:noFill/>
                  </a:ln>
                  <a:solidFill>
                    <a:srgbClr val="000000"/>
                  </a:solidFill>
                  <a:effectLst/>
                  <a:uLnTx/>
                  <a:uFillTx/>
                  <a:latin typeface="Lexend Medium" pitchFamily="2" charset="77"/>
                  <a:ea typeface="Montserrat" panose="00000500000000000000" pitchFamily="2" charset="0"/>
                  <a:cs typeface="Montserrat" panose="00000500000000000000" pitchFamily="2" charset="0"/>
                </a:rPr>
                <a:pPr marL="0" marR="0" lvl="0" indent="0" algn="ctr" defTabSz="804863" rtl="0" eaLnBrk="0" fontAlgn="auto" latinLnBrk="0" hangingPunct="0">
                  <a:lnSpc>
                    <a:spcPct val="100000"/>
                  </a:lnSpc>
                  <a:spcBef>
                    <a:spcPts val="0"/>
                  </a:spcBef>
                  <a:spcAft>
                    <a:spcPts val="0"/>
                  </a:spcAft>
                  <a:buClrTx/>
                  <a:buSzTx/>
                  <a:buFontTx/>
                  <a:buNone/>
                  <a:tabLst/>
                  <a:defRPr/>
                </a:pPr>
                <a:t>2</a:t>
              </a:fld>
              <a:endParaRPr kumimoji="0" lang="nl-NL" sz="1050" b="0" i="0" u="none" strike="noStrike" kern="1200" cap="none" spc="0" normalizeH="0" baseline="0" noProof="0" dirty="0">
                <a:ln>
                  <a:noFill/>
                </a:ln>
                <a:solidFill>
                  <a:srgbClr val="000000"/>
                </a:solidFill>
                <a:effectLst/>
                <a:uLnTx/>
                <a:uFillTx/>
                <a:latin typeface="Lexend Medium" pitchFamily="2" charset="77"/>
                <a:ea typeface="Montserrat" panose="00000500000000000000" pitchFamily="2" charset="0"/>
                <a:cs typeface="Montserrat" panose="00000500000000000000" pitchFamily="2" charset="0"/>
              </a:endParaRPr>
            </a:p>
          </p:txBody>
        </p:sp>
        <p:pic>
          <p:nvPicPr>
            <p:cNvPr id="16" name="Graphic 9">
              <a:extLst>
                <a:ext uri="{FF2B5EF4-FFF2-40B4-BE49-F238E27FC236}">
                  <a16:creationId xmlns:a16="http://schemas.microsoft.com/office/drawing/2014/main" id="{C9F4D66B-01F1-8BCD-1101-141E9B348E9D}"/>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12">
                      <a14:imgEffect>
                        <a14:brightnessContrast bright="20000" contrast="20000"/>
                      </a14:imgEffect>
                    </a14:imgLayer>
                  </a14:imgProps>
                </a:ext>
                <a:ext uri="{28A0092B-C50C-407E-A947-70E740481C1C}">
                  <a14:useLocalDpi xmlns:a14="http://schemas.microsoft.com/office/drawing/2010/main"/>
                </a:ext>
              </a:extLst>
            </a:blip>
            <a:srcRect/>
            <a:stretch/>
          </p:blipFill>
          <p:spPr>
            <a:xfrm>
              <a:off x="9308381" y="0"/>
              <a:ext cx="2883619" cy="6858000"/>
            </a:xfrm>
            <a:prstGeom prst="rect">
              <a:avLst/>
            </a:prstGeom>
          </p:spPr>
        </p:pic>
        <p:pic>
          <p:nvPicPr>
            <p:cNvPr id="17" name="Graphic 16">
              <a:extLst>
                <a:ext uri="{FF2B5EF4-FFF2-40B4-BE49-F238E27FC236}">
                  <a16:creationId xmlns:a16="http://schemas.microsoft.com/office/drawing/2014/main" id="{60078A7A-D1C9-1B67-B459-A4CCF2E2E54F}"/>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11516400" y="128909"/>
              <a:ext cx="298323" cy="298323"/>
            </a:xfrm>
            <a:prstGeom prst="rect">
              <a:avLst/>
            </a:prstGeom>
          </p:spPr>
        </p:pic>
      </p:grpSp>
    </p:spTree>
    <p:extLst>
      <p:ext uri="{BB962C8B-B14F-4D97-AF65-F5344CB8AC3E}">
        <p14:creationId xmlns:p14="http://schemas.microsoft.com/office/powerpoint/2010/main" val="343346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51">
            <a:extLst>
              <a:ext uri="{FF2B5EF4-FFF2-40B4-BE49-F238E27FC236}">
                <a16:creationId xmlns:a16="http://schemas.microsoft.com/office/drawing/2014/main" id="{19EFF165-5EA2-AC55-4BE2-5EE06456E955}"/>
              </a:ext>
            </a:extLst>
          </p:cNvPr>
          <p:cNvSpPr txBox="1">
            <a:spLocks/>
          </p:cNvSpPr>
          <p:nvPr/>
        </p:nvSpPr>
        <p:spPr>
          <a:xfrm>
            <a:off x="695959" y="1768381"/>
            <a:ext cx="3378201"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OTCM Logs</a:t>
            </a:r>
          </a:p>
        </p:txBody>
      </p:sp>
      <p:grpSp>
        <p:nvGrpSpPr>
          <p:cNvPr id="22" name="Group 21">
            <a:extLst>
              <a:ext uri="{FF2B5EF4-FFF2-40B4-BE49-F238E27FC236}">
                <a16:creationId xmlns:a16="http://schemas.microsoft.com/office/drawing/2014/main" id="{DF39572C-F98C-9867-7BC9-EF1BE9954090}"/>
              </a:ext>
            </a:extLst>
          </p:cNvPr>
          <p:cNvGrpSpPr/>
          <p:nvPr/>
        </p:nvGrpSpPr>
        <p:grpSpPr>
          <a:xfrm>
            <a:off x="469817" y="2639142"/>
            <a:ext cx="5626183" cy="789946"/>
            <a:chOff x="838200" y="1744798"/>
            <a:chExt cx="5101611" cy="789946"/>
          </a:xfrm>
        </p:grpSpPr>
        <p:sp>
          <p:nvSpPr>
            <p:cNvPr id="4" name="Executive summary">
              <a:extLst>
                <a:ext uri="{FF2B5EF4-FFF2-40B4-BE49-F238E27FC236}">
                  <a16:creationId xmlns:a16="http://schemas.microsoft.com/office/drawing/2014/main" id="{59452445-6A86-2EB8-DBF9-7A64B3B4CA5C}"/>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Admin</a:t>
              </a: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log opties</a:t>
              </a:r>
            </a:p>
          </p:txBody>
        </p:sp>
        <p:sp>
          <p:nvSpPr>
            <p:cNvPr id="2" name="01">
              <a:extLst>
                <a:ext uri="{FF2B5EF4-FFF2-40B4-BE49-F238E27FC236}">
                  <a16:creationId xmlns:a16="http://schemas.microsoft.com/office/drawing/2014/main" id="{E44C57EC-D238-7C2F-A47F-3A7C88A6FD25}"/>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01</a:t>
              </a:r>
            </a:p>
          </p:txBody>
        </p:sp>
      </p:grpSp>
      <p:grpSp>
        <p:nvGrpSpPr>
          <p:cNvPr id="23" name="Group 22">
            <a:extLst>
              <a:ext uri="{FF2B5EF4-FFF2-40B4-BE49-F238E27FC236}">
                <a16:creationId xmlns:a16="http://schemas.microsoft.com/office/drawing/2014/main" id="{166DE157-14B0-D782-CA3A-D0205501F9E6}"/>
              </a:ext>
            </a:extLst>
          </p:cNvPr>
          <p:cNvGrpSpPr/>
          <p:nvPr/>
        </p:nvGrpSpPr>
        <p:grpSpPr>
          <a:xfrm>
            <a:off x="469817" y="3219005"/>
            <a:ext cx="5626183" cy="789946"/>
            <a:chOff x="838200" y="1744798"/>
            <a:chExt cx="5101611" cy="789946"/>
          </a:xfrm>
        </p:grpSpPr>
        <p:sp>
          <p:nvSpPr>
            <p:cNvPr id="24" name="Executive summary">
              <a:extLst>
                <a:ext uri="{FF2B5EF4-FFF2-40B4-BE49-F238E27FC236}">
                  <a16:creationId xmlns:a16="http://schemas.microsoft.com/office/drawing/2014/main" id="{DCFDCC29-6515-BC76-6228-D8FC1EC288F4}"/>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Timing logs door CGI</a:t>
              </a:r>
            </a:p>
          </p:txBody>
        </p:sp>
        <p:sp>
          <p:nvSpPr>
            <p:cNvPr id="25" name="01">
              <a:extLst>
                <a:ext uri="{FF2B5EF4-FFF2-40B4-BE49-F238E27FC236}">
                  <a16:creationId xmlns:a16="http://schemas.microsoft.com/office/drawing/2014/main" id="{E5DE833A-B7DC-DE50-22E6-EFE87951E658}"/>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02</a:t>
              </a:r>
            </a:p>
          </p:txBody>
        </p:sp>
      </p:grpSp>
      <p:grpSp>
        <p:nvGrpSpPr>
          <p:cNvPr id="26" name="Group 25">
            <a:extLst>
              <a:ext uri="{FF2B5EF4-FFF2-40B4-BE49-F238E27FC236}">
                <a16:creationId xmlns:a16="http://schemas.microsoft.com/office/drawing/2014/main" id="{BCA96BDE-3ADF-9A00-2C01-6F666A2DB399}"/>
              </a:ext>
            </a:extLst>
          </p:cNvPr>
          <p:cNvGrpSpPr/>
          <p:nvPr/>
        </p:nvGrpSpPr>
        <p:grpSpPr>
          <a:xfrm>
            <a:off x="469817" y="3843473"/>
            <a:ext cx="5626183" cy="789946"/>
            <a:chOff x="838200" y="1744798"/>
            <a:chExt cx="5101611" cy="789946"/>
          </a:xfrm>
        </p:grpSpPr>
        <p:sp>
          <p:nvSpPr>
            <p:cNvPr id="27" name="Executive summary">
              <a:extLst>
                <a:ext uri="{FF2B5EF4-FFF2-40B4-BE49-F238E27FC236}">
                  <a16:creationId xmlns:a16="http://schemas.microsoft.com/office/drawing/2014/main" id="{F129838E-9027-6B36-6F5B-E899F1A29F7D}"/>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Extra CGI logs </a:t>
              </a:r>
            </a:p>
          </p:txBody>
        </p:sp>
        <p:sp>
          <p:nvSpPr>
            <p:cNvPr id="28" name="01">
              <a:extLst>
                <a:ext uri="{FF2B5EF4-FFF2-40B4-BE49-F238E27FC236}">
                  <a16:creationId xmlns:a16="http://schemas.microsoft.com/office/drawing/2014/main" id="{512C6DBA-BF04-7382-46D1-3457511A4906}"/>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03</a:t>
              </a:r>
            </a:p>
          </p:txBody>
        </p:sp>
      </p:grpSp>
      <p:grpSp>
        <p:nvGrpSpPr>
          <p:cNvPr id="29" name="Group 28">
            <a:extLst>
              <a:ext uri="{FF2B5EF4-FFF2-40B4-BE49-F238E27FC236}">
                <a16:creationId xmlns:a16="http://schemas.microsoft.com/office/drawing/2014/main" id="{99BF9071-5BB5-A3F2-F1BA-1C98F7C10458}"/>
              </a:ext>
            </a:extLst>
          </p:cNvPr>
          <p:cNvGrpSpPr/>
          <p:nvPr/>
        </p:nvGrpSpPr>
        <p:grpSpPr>
          <a:xfrm>
            <a:off x="469817" y="4434488"/>
            <a:ext cx="5626183" cy="789946"/>
            <a:chOff x="838200" y="1744798"/>
            <a:chExt cx="5101611" cy="789946"/>
          </a:xfrm>
        </p:grpSpPr>
        <p:sp>
          <p:nvSpPr>
            <p:cNvPr id="30" name="Executive summary">
              <a:extLst>
                <a:ext uri="{FF2B5EF4-FFF2-40B4-BE49-F238E27FC236}">
                  <a16:creationId xmlns:a16="http://schemas.microsoft.com/office/drawing/2014/main" id="{EA66D309-FAED-4A92-E2F7-91F12F4CAA9E}"/>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lvl="0">
                <a:defRPr/>
              </a:pPr>
              <a:r>
                <a:rPr lang="nl-NL" sz="2400" dirty="0" err="1">
                  <a:solidFill>
                    <a:srgbClr val="FFFFFF"/>
                  </a:solidFill>
                  <a:latin typeface="Lexend Medium"/>
                  <a:ea typeface="+mn-lt"/>
                  <a:cs typeface="+mn-lt"/>
                </a:rPr>
                <a:t>Fluent</a:t>
              </a:r>
              <a:r>
                <a:rPr lang="nl-NL" sz="2400" dirty="0">
                  <a:solidFill>
                    <a:srgbClr val="FFFFFF"/>
                  </a:solidFill>
                  <a:latin typeface="Lexend Medium"/>
                  <a:ea typeface="+mn-lt"/>
                  <a:cs typeface="+mn-lt"/>
                </a:rPr>
                <a:t> bit “</a:t>
              </a:r>
              <a:r>
                <a:rPr lang="nl-NL" sz="2400" dirty="0" err="1">
                  <a:solidFill>
                    <a:srgbClr val="FFFFFF"/>
                  </a:solidFill>
                  <a:latin typeface="Lexend Medium"/>
                  <a:ea typeface="+mn-lt"/>
                  <a:cs typeface="+mn-lt"/>
                </a:rPr>
                <a:t>intergratie</a:t>
              </a:r>
              <a:r>
                <a:rPr lang="nl-NL" sz="2400" dirty="0">
                  <a:solidFill>
                    <a:srgbClr val="FFFFFF"/>
                  </a:solidFill>
                  <a:latin typeface="Lexend Medium"/>
                  <a:ea typeface="+mn-lt"/>
                  <a:cs typeface="+mn-lt"/>
                </a:rPr>
                <a:t>”</a:t>
              </a:r>
            </a:p>
          </p:txBody>
        </p:sp>
        <p:sp>
          <p:nvSpPr>
            <p:cNvPr id="31" name="01">
              <a:extLst>
                <a:ext uri="{FF2B5EF4-FFF2-40B4-BE49-F238E27FC236}">
                  <a16:creationId xmlns:a16="http://schemas.microsoft.com/office/drawing/2014/main" id="{7D4C6E1A-99DF-F94F-A1CD-07616149A093}"/>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04</a:t>
              </a:r>
            </a:p>
          </p:txBody>
        </p:sp>
      </p:grpSp>
      <p:pic>
        <p:nvPicPr>
          <p:cNvPr id="20" name="Picture 19">
            <a:extLst>
              <a:ext uri="{FF2B5EF4-FFF2-40B4-BE49-F238E27FC236}">
                <a16:creationId xmlns:a16="http://schemas.microsoft.com/office/drawing/2014/main" id="{6327D56D-052A-991E-EE5F-9572BCB3B0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4160" y="407506"/>
            <a:ext cx="7766477" cy="6042987"/>
          </a:xfrm>
          <a:prstGeom prst="rect">
            <a:avLst/>
          </a:prstGeom>
        </p:spPr>
      </p:pic>
    </p:spTree>
    <p:extLst>
      <p:ext uri="{BB962C8B-B14F-4D97-AF65-F5344CB8AC3E}">
        <p14:creationId xmlns:p14="http://schemas.microsoft.com/office/powerpoint/2010/main" val="3427920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D9B92-DBB2-0490-F75C-F836DA40BBDD}"/>
            </a:ext>
          </a:extLst>
        </p:cNvPr>
        <p:cNvGrpSpPr/>
        <p:nvPr/>
      </p:nvGrpSpPr>
      <p:grpSpPr>
        <a:xfrm>
          <a:off x="0" y="0"/>
          <a:ext cx="0" cy="0"/>
          <a:chOff x="0" y="0"/>
          <a:chExt cx="0" cy="0"/>
        </a:xfrm>
      </p:grpSpPr>
      <p:sp>
        <p:nvSpPr>
          <p:cNvPr id="5" name="Title 51">
            <a:extLst>
              <a:ext uri="{FF2B5EF4-FFF2-40B4-BE49-F238E27FC236}">
                <a16:creationId xmlns:a16="http://schemas.microsoft.com/office/drawing/2014/main" id="{992A53BD-5DDB-5568-9D3F-BE767BE918DD}"/>
              </a:ext>
            </a:extLst>
          </p:cNvPr>
          <p:cNvSpPr txBox="1">
            <a:spLocks/>
          </p:cNvSpPr>
          <p:nvPr/>
        </p:nvSpPr>
        <p:spPr>
          <a:xfrm>
            <a:off x="7459099" y="1366285"/>
            <a:ext cx="3378201"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Fluent bit</a:t>
            </a:r>
          </a:p>
        </p:txBody>
      </p:sp>
      <p:grpSp>
        <p:nvGrpSpPr>
          <p:cNvPr id="22" name="Group 21">
            <a:extLst>
              <a:ext uri="{FF2B5EF4-FFF2-40B4-BE49-F238E27FC236}">
                <a16:creationId xmlns:a16="http://schemas.microsoft.com/office/drawing/2014/main" id="{5F95B3C4-EAD3-028A-79CF-5BB42DB0E525}"/>
              </a:ext>
            </a:extLst>
          </p:cNvPr>
          <p:cNvGrpSpPr/>
          <p:nvPr/>
        </p:nvGrpSpPr>
        <p:grpSpPr>
          <a:xfrm>
            <a:off x="7111859" y="2237046"/>
            <a:ext cx="5626183" cy="789946"/>
            <a:chOff x="838200" y="1744798"/>
            <a:chExt cx="5101611" cy="789946"/>
          </a:xfrm>
        </p:grpSpPr>
        <p:sp>
          <p:nvSpPr>
            <p:cNvPr id="4" name="Executive summary">
              <a:extLst>
                <a:ext uri="{FF2B5EF4-FFF2-40B4-BE49-F238E27FC236}">
                  <a16:creationId xmlns:a16="http://schemas.microsoft.com/office/drawing/2014/main" id="{2FEFAB2F-E4F9-9F1D-B075-6704400159F8}"/>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lang="nl-NL" sz="2400" dirty="0">
                  <a:solidFill>
                    <a:srgbClr val="FFFFFF"/>
                  </a:solidFill>
                  <a:latin typeface="Lexend Medium" pitchFamily="2" charset="77"/>
                  <a:cs typeface="Montserrat" panose="00000500000000000000" pitchFamily="2" charset="0"/>
                </a:rPr>
                <a:t>Logs scrapen</a:t>
              </a:r>
              <a:endPar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p:txBody>
        </p:sp>
        <p:sp>
          <p:nvSpPr>
            <p:cNvPr id="2" name="01">
              <a:extLst>
                <a:ext uri="{FF2B5EF4-FFF2-40B4-BE49-F238E27FC236}">
                  <a16:creationId xmlns:a16="http://schemas.microsoft.com/office/drawing/2014/main" id="{3D7B43A8-51FF-7207-DFE3-16479E180521}"/>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01</a:t>
              </a:r>
            </a:p>
          </p:txBody>
        </p:sp>
      </p:grpSp>
      <p:grpSp>
        <p:nvGrpSpPr>
          <p:cNvPr id="23" name="Group 22">
            <a:extLst>
              <a:ext uri="{FF2B5EF4-FFF2-40B4-BE49-F238E27FC236}">
                <a16:creationId xmlns:a16="http://schemas.microsoft.com/office/drawing/2014/main" id="{1A5D5D68-ED78-FFFD-C22C-63A5F8407046}"/>
              </a:ext>
            </a:extLst>
          </p:cNvPr>
          <p:cNvGrpSpPr/>
          <p:nvPr/>
        </p:nvGrpSpPr>
        <p:grpSpPr>
          <a:xfrm>
            <a:off x="7111859" y="2816909"/>
            <a:ext cx="5626183" cy="789946"/>
            <a:chOff x="838200" y="1744798"/>
            <a:chExt cx="5101611" cy="789946"/>
          </a:xfrm>
        </p:grpSpPr>
        <p:sp>
          <p:nvSpPr>
            <p:cNvPr id="24" name="Executive summary">
              <a:extLst>
                <a:ext uri="{FF2B5EF4-FFF2-40B4-BE49-F238E27FC236}">
                  <a16:creationId xmlns:a16="http://schemas.microsoft.com/office/drawing/2014/main" id="{C3CF4A0E-77E0-8A29-A2AF-F8057D6113EB}"/>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Lage server impact</a:t>
              </a:r>
            </a:p>
          </p:txBody>
        </p:sp>
        <p:sp>
          <p:nvSpPr>
            <p:cNvPr id="25" name="01">
              <a:extLst>
                <a:ext uri="{FF2B5EF4-FFF2-40B4-BE49-F238E27FC236}">
                  <a16:creationId xmlns:a16="http://schemas.microsoft.com/office/drawing/2014/main" id="{428867AA-201C-3334-A736-26ED826F6BB4}"/>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02</a:t>
              </a:r>
            </a:p>
          </p:txBody>
        </p:sp>
      </p:grpSp>
      <p:grpSp>
        <p:nvGrpSpPr>
          <p:cNvPr id="26" name="Group 25">
            <a:extLst>
              <a:ext uri="{FF2B5EF4-FFF2-40B4-BE49-F238E27FC236}">
                <a16:creationId xmlns:a16="http://schemas.microsoft.com/office/drawing/2014/main" id="{AF7A4499-97C7-32B4-FAD2-1E976EF3BB0F}"/>
              </a:ext>
            </a:extLst>
          </p:cNvPr>
          <p:cNvGrpSpPr/>
          <p:nvPr/>
        </p:nvGrpSpPr>
        <p:grpSpPr>
          <a:xfrm>
            <a:off x="7111859" y="3441377"/>
            <a:ext cx="5626183" cy="789946"/>
            <a:chOff x="838200" y="1744798"/>
            <a:chExt cx="5101611" cy="789946"/>
          </a:xfrm>
        </p:grpSpPr>
        <p:sp>
          <p:nvSpPr>
            <p:cNvPr id="27" name="Executive summary">
              <a:extLst>
                <a:ext uri="{FF2B5EF4-FFF2-40B4-BE49-F238E27FC236}">
                  <a16:creationId xmlns:a16="http://schemas.microsoft.com/office/drawing/2014/main" id="{5E3B09A9-3F7C-E7F2-1E2D-C83EE57A62B8}"/>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Flexibele </a:t>
              </a:r>
              <a:r>
                <a:rPr kumimoji="0" lang="nl-NL" sz="24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config</a:t>
              </a:r>
              <a:endParaRPr kumimoji="0" lang="nl-NL" sz="24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endParaRPr>
            </a:p>
          </p:txBody>
        </p:sp>
        <p:sp>
          <p:nvSpPr>
            <p:cNvPr id="28" name="01">
              <a:extLst>
                <a:ext uri="{FF2B5EF4-FFF2-40B4-BE49-F238E27FC236}">
                  <a16:creationId xmlns:a16="http://schemas.microsoft.com/office/drawing/2014/main" id="{7FB09F8C-A654-8824-5DEF-CC477DA96B9C}"/>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03</a:t>
              </a:r>
            </a:p>
          </p:txBody>
        </p:sp>
      </p:grpSp>
      <p:grpSp>
        <p:nvGrpSpPr>
          <p:cNvPr id="29" name="Group 28">
            <a:extLst>
              <a:ext uri="{FF2B5EF4-FFF2-40B4-BE49-F238E27FC236}">
                <a16:creationId xmlns:a16="http://schemas.microsoft.com/office/drawing/2014/main" id="{7E1F2E40-8815-FB0E-7613-44B6BEA3A977}"/>
              </a:ext>
            </a:extLst>
          </p:cNvPr>
          <p:cNvGrpSpPr/>
          <p:nvPr/>
        </p:nvGrpSpPr>
        <p:grpSpPr>
          <a:xfrm>
            <a:off x="7111859" y="4032392"/>
            <a:ext cx="5626183" cy="789946"/>
            <a:chOff x="838200" y="1744798"/>
            <a:chExt cx="5101611" cy="789946"/>
          </a:xfrm>
        </p:grpSpPr>
        <p:sp>
          <p:nvSpPr>
            <p:cNvPr id="30" name="Executive summary">
              <a:extLst>
                <a:ext uri="{FF2B5EF4-FFF2-40B4-BE49-F238E27FC236}">
                  <a16:creationId xmlns:a16="http://schemas.microsoft.com/office/drawing/2014/main" id="{DF819C87-43DA-D02C-5970-66959E9BD12B}"/>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lvl="0">
                <a:defRPr/>
              </a:pPr>
              <a:r>
                <a:rPr lang="nl-NL" sz="2400" dirty="0" err="1">
                  <a:solidFill>
                    <a:srgbClr val="FFFFFF"/>
                  </a:solidFill>
                  <a:latin typeface="Lexend Medium"/>
                  <a:ea typeface="+mn-lt"/>
                  <a:cs typeface="+mn-lt"/>
                </a:rPr>
                <a:t>Intergreert</a:t>
              </a:r>
              <a:r>
                <a:rPr lang="nl-NL" sz="2400" dirty="0">
                  <a:solidFill>
                    <a:srgbClr val="FFFFFF"/>
                  </a:solidFill>
                  <a:latin typeface="Lexend Medium"/>
                  <a:ea typeface="+mn-lt"/>
                  <a:cs typeface="+mn-lt"/>
                </a:rPr>
                <a:t> met OpenTelemetry</a:t>
              </a:r>
            </a:p>
          </p:txBody>
        </p:sp>
        <p:sp>
          <p:nvSpPr>
            <p:cNvPr id="31" name="01">
              <a:extLst>
                <a:ext uri="{FF2B5EF4-FFF2-40B4-BE49-F238E27FC236}">
                  <a16:creationId xmlns:a16="http://schemas.microsoft.com/office/drawing/2014/main" id="{9473F493-65E4-DC30-61C1-FF5138759F5B}"/>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04</a:t>
              </a:r>
            </a:p>
          </p:txBody>
        </p:sp>
      </p:grpSp>
      <p:pic>
        <p:nvPicPr>
          <p:cNvPr id="8" name="Picture 7" descr="A diagram of a software process&#10;&#10;AI-generated content may be incorrect.">
            <a:extLst>
              <a:ext uri="{FF2B5EF4-FFF2-40B4-BE49-F238E27FC236}">
                <a16:creationId xmlns:a16="http://schemas.microsoft.com/office/drawing/2014/main" id="{41C6CC7F-809D-2264-2DA6-C21AC40F27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621" y="86534"/>
            <a:ext cx="6799342" cy="6656948"/>
          </a:xfrm>
          <a:prstGeom prst="rect">
            <a:avLst/>
          </a:prstGeom>
        </p:spPr>
      </p:pic>
    </p:spTree>
    <p:extLst>
      <p:ext uri="{BB962C8B-B14F-4D97-AF65-F5344CB8AC3E}">
        <p14:creationId xmlns:p14="http://schemas.microsoft.com/office/powerpoint/2010/main" val="409767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BB30D9-E7D6-811E-2083-0BF135DEC7D3}"/>
              </a:ext>
            </a:extLst>
          </p:cNvPr>
          <p:cNvPicPr>
            <a:picLocks noChangeAspect="1"/>
          </p:cNvPicPr>
          <p:nvPr/>
        </p:nvPicPr>
        <p:blipFill>
          <a:blip r:embed="rId3">
            <a:extLst>
              <a:ext uri="{28A0092B-C50C-407E-A947-70E740481C1C}">
                <a14:useLocalDpi xmlns:a14="http://schemas.microsoft.com/office/drawing/2010/main" val="0"/>
              </a:ext>
            </a:extLst>
          </a:blip>
          <a:srcRect l="6314" r="18634"/>
          <a:stretch>
            <a:fillRect/>
          </a:stretch>
        </p:blipFill>
        <p:spPr>
          <a:xfrm>
            <a:off x="6096000" y="569099"/>
            <a:ext cx="5640635" cy="5719802"/>
          </a:xfrm>
          <a:prstGeom prst="roundRect">
            <a:avLst>
              <a:gd name="adj" fmla="val 8318"/>
            </a:avLst>
          </a:prstGeom>
          <a:noFill/>
        </p:spPr>
      </p:pic>
      <p:sp>
        <p:nvSpPr>
          <p:cNvPr id="3" name="Title 51">
            <a:extLst>
              <a:ext uri="{FF2B5EF4-FFF2-40B4-BE49-F238E27FC236}">
                <a16:creationId xmlns:a16="http://schemas.microsoft.com/office/drawing/2014/main" id="{38ECF992-6E56-1230-3D7E-5D7C5A83AC0E}"/>
              </a:ext>
            </a:extLst>
          </p:cNvPr>
          <p:cNvSpPr txBox="1">
            <a:spLocks/>
          </p:cNvSpPr>
          <p:nvPr/>
        </p:nvSpPr>
        <p:spPr>
          <a:xfrm>
            <a:off x="695959" y="1768381"/>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OpenTelemetry</a:t>
            </a:r>
          </a:p>
        </p:txBody>
      </p:sp>
      <p:grpSp>
        <p:nvGrpSpPr>
          <p:cNvPr id="4" name="Group 3">
            <a:extLst>
              <a:ext uri="{FF2B5EF4-FFF2-40B4-BE49-F238E27FC236}">
                <a16:creationId xmlns:a16="http://schemas.microsoft.com/office/drawing/2014/main" id="{6A015CDE-C904-7F76-64D4-1F120C13D2A4}"/>
              </a:ext>
            </a:extLst>
          </p:cNvPr>
          <p:cNvGrpSpPr/>
          <p:nvPr/>
        </p:nvGrpSpPr>
        <p:grpSpPr>
          <a:xfrm>
            <a:off x="469817" y="2639142"/>
            <a:ext cx="5626183" cy="789946"/>
            <a:chOff x="838200" y="1744798"/>
            <a:chExt cx="5101611" cy="789946"/>
          </a:xfrm>
        </p:grpSpPr>
        <p:sp>
          <p:nvSpPr>
            <p:cNvPr id="5" name="Executive summary">
              <a:extLst>
                <a:ext uri="{FF2B5EF4-FFF2-40B4-BE49-F238E27FC236}">
                  <a16:creationId xmlns:a16="http://schemas.microsoft.com/office/drawing/2014/main" id="{5585748D-6A11-79F9-F8E9-A7594F9945C6}"/>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a:t>
              </a:r>
            </a:p>
          </p:txBody>
        </p:sp>
        <p:sp>
          <p:nvSpPr>
            <p:cNvPr id="7" name="01">
              <a:extLst>
                <a:ext uri="{FF2B5EF4-FFF2-40B4-BE49-F238E27FC236}">
                  <a16:creationId xmlns:a16="http://schemas.microsoft.com/office/drawing/2014/main" id="{63534113-4045-E5F7-3AED-E0AF1B3DF45C}"/>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01</a:t>
              </a:r>
            </a:p>
          </p:txBody>
        </p:sp>
      </p:grpSp>
      <p:grpSp>
        <p:nvGrpSpPr>
          <p:cNvPr id="8" name="Group 7">
            <a:extLst>
              <a:ext uri="{FF2B5EF4-FFF2-40B4-BE49-F238E27FC236}">
                <a16:creationId xmlns:a16="http://schemas.microsoft.com/office/drawing/2014/main" id="{05591070-5510-F036-5C3D-0CC2078F33D4}"/>
              </a:ext>
            </a:extLst>
          </p:cNvPr>
          <p:cNvGrpSpPr/>
          <p:nvPr/>
        </p:nvGrpSpPr>
        <p:grpSpPr>
          <a:xfrm>
            <a:off x="469817" y="3219005"/>
            <a:ext cx="5626183" cy="789946"/>
            <a:chOff x="838200" y="1744798"/>
            <a:chExt cx="5101611" cy="789946"/>
          </a:xfrm>
        </p:grpSpPr>
        <p:sp>
          <p:nvSpPr>
            <p:cNvPr id="9" name="Executive summary">
              <a:extLst>
                <a:ext uri="{FF2B5EF4-FFF2-40B4-BE49-F238E27FC236}">
                  <a16:creationId xmlns:a16="http://schemas.microsoft.com/office/drawing/2014/main" id="{131CC896-63F8-7701-A950-0AFA1AD9977B}"/>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connectie</a:t>
              </a:r>
            </a:p>
          </p:txBody>
        </p:sp>
        <p:sp>
          <p:nvSpPr>
            <p:cNvPr id="10" name="01">
              <a:extLst>
                <a:ext uri="{FF2B5EF4-FFF2-40B4-BE49-F238E27FC236}">
                  <a16:creationId xmlns:a16="http://schemas.microsoft.com/office/drawing/2014/main" id="{FCBBE7D5-3951-946E-EB0D-5C2A6F661980}"/>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02</a:t>
              </a:r>
            </a:p>
          </p:txBody>
        </p:sp>
      </p:grpSp>
      <p:grpSp>
        <p:nvGrpSpPr>
          <p:cNvPr id="11" name="Group 10">
            <a:extLst>
              <a:ext uri="{FF2B5EF4-FFF2-40B4-BE49-F238E27FC236}">
                <a16:creationId xmlns:a16="http://schemas.microsoft.com/office/drawing/2014/main" id="{B5E372F1-C214-8A5E-1EC3-2DD0FAA64608}"/>
              </a:ext>
            </a:extLst>
          </p:cNvPr>
          <p:cNvGrpSpPr/>
          <p:nvPr/>
        </p:nvGrpSpPr>
        <p:grpSpPr>
          <a:xfrm>
            <a:off x="469817" y="3843473"/>
            <a:ext cx="5626183" cy="789946"/>
            <a:chOff x="838200" y="1744798"/>
            <a:chExt cx="5101611" cy="789946"/>
          </a:xfrm>
        </p:grpSpPr>
        <p:sp>
          <p:nvSpPr>
            <p:cNvPr id="12" name="Executive summary">
              <a:extLst>
                <a:ext uri="{FF2B5EF4-FFF2-40B4-BE49-F238E27FC236}">
                  <a16:creationId xmlns:a16="http://schemas.microsoft.com/office/drawing/2014/main" id="{6E431EE5-C649-F1AE-1EAB-BC70A688884C}"/>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Host metrics</a:t>
              </a:r>
            </a:p>
          </p:txBody>
        </p:sp>
        <p:sp>
          <p:nvSpPr>
            <p:cNvPr id="14" name="01">
              <a:extLst>
                <a:ext uri="{FF2B5EF4-FFF2-40B4-BE49-F238E27FC236}">
                  <a16:creationId xmlns:a16="http://schemas.microsoft.com/office/drawing/2014/main" id="{71802D69-89DA-860F-FC8D-DC9D08767E81}"/>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03</a:t>
              </a:r>
            </a:p>
          </p:txBody>
        </p:sp>
      </p:grpSp>
      <p:grpSp>
        <p:nvGrpSpPr>
          <p:cNvPr id="15" name="Group 14">
            <a:extLst>
              <a:ext uri="{FF2B5EF4-FFF2-40B4-BE49-F238E27FC236}">
                <a16:creationId xmlns:a16="http://schemas.microsoft.com/office/drawing/2014/main" id="{296F5480-FF5F-5A05-8EDB-F1DEC9A21986}"/>
              </a:ext>
            </a:extLst>
          </p:cNvPr>
          <p:cNvGrpSpPr/>
          <p:nvPr/>
        </p:nvGrpSpPr>
        <p:grpSpPr>
          <a:xfrm>
            <a:off x="469817" y="4434488"/>
            <a:ext cx="5626183" cy="789946"/>
            <a:chOff x="838200" y="1744798"/>
            <a:chExt cx="5101611" cy="789946"/>
          </a:xfrm>
        </p:grpSpPr>
        <p:sp>
          <p:nvSpPr>
            <p:cNvPr id="16" name="Executive summary">
              <a:extLst>
                <a:ext uri="{FF2B5EF4-FFF2-40B4-BE49-F238E27FC236}">
                  <a16:creationId xmlns:a16="http://schemas.microsoft.com/office/drawing/2014/main" id="{BAEA4F6B-AE73-5265-21F4-22EDBA2FBCD6}"/>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lvl="0">
                <a:defRPr/>
              </a:pPr>
              <a:r>
                <a:rPr lang="nl-NL" sz="2400" u="sng" dirty="0">
                  <a:solidFill>
                    <a:srgbClr val="FFFFFF"/>
                  </a:solidFill>
                  <a:latin typeface="Lexend Medium"/>
                  <a:ea typeface="+mn-lt"/>
                  <a:cs typeface="+mn-lt"/>
                </a:rPr>
                <a:t>Nog geen</a:t>
              </a:r>
              <a:r>
                <a:rPr lang="nl-NL" sz="2400" dirty="0">
                  <a:solidFill>
                    <a:srgbClr val="FFFFFF"/>
                  </a:solidFill>
                  <a:latin typeface="Lexend Medium"/>
                  <a:ea typeface="+mn-lt"/>
                  <a:cs typeface="+mn-lt"/>
                </a:rPr>
                <a:t> data verwerking</a:t>
              </a:r>
            </a:p>
          </p:txBody>
        </p:sp>
        <p:sp>
          <p:nvSpPr>
            <p:cNvPr id="17" name="01">
              <a:extLst>
                <a:ext uri="{FF2B5EF4-FFF2-40B4-BE49-F238E27FC236}">
                  <a16:creationId xmlns:a16="http://schemas.microsoft.com/office/drawing/2014/main" id="{68ADC407-8C6C-F6FB-3BE3-2A4C37880BB1}"/>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04</a:t>
              </a:r>
            </a:p>
          </p:txBody>
        </p:sp>
      </p:grpSp>
    </p:spTree>
    <p:extLst>
      <p:ext uri="{BB962C8B-B14F-4D97-AF65-F5344CB8AC3E}">
        <p14:creationId xmlns:p14="http://schemas.microsoft.com/office/powerpoint/2010/main" val="108557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E92A25F-B8AB-414D-8083-3B579882EFF3}"/>
              </a:ext>
            </a:extLst>
          </p:cNvPr>
          <p:cNvPicPr>
            <a:picLocks noChangeAspect="1"/>
          </p:cNvPicPr>
          <p:nvPr/>
        </p:nvPicPr>
        <p:blipFill>
          <a:blip r:embed="rId3">
            <a:extLst>
              <a:ext uri="{28A0092B-C50C-407E-A947-70E740481C1C}">
                <a14:useLocalDpi xmlns:a14="http://schemas.microsoft.com/office/drawing/2010/main" val="0"/>
              </a:ext>
            </a:extLst>
          </a:blip>
          <a:srcRect l="25987" t="1185" r="-54"/>
          <a:stretch>
            <a:fillRect/>
          </a:stretch>
        </p:blipFill>
        <p:spPr>
          <a:xfrm>
            <a:off x="9010" y="0"/>
            <a:ext cx="12192003" cy="6858000"/>
          </a:xfrm>
          <a:prstGeom prst="rect">
            <a:avLst/>
          </a:prstGeom>
        </p:spPr>
      </p:pic>
      <p:sp>
        <p:nvSpPr>
          <p:cNvPr id="3" name="gradient">
            <a:extLst>
              <a:ext uri="{FF2B5EF4-FFF2-40B4-BE49-F238E27FC236}">
                <a16:creationId xmlns:a16="http://schemas.microsoft.com/office/drawing/2014/main" id="{A0607156-61B5-378D-1CCB-1AB174D06735}"/>
              </a:ext>
            </a:extLst>
          </p:cNvPr>
          <p:cNvSpPr/>
          <p:nvPr/>
        </p:nvSpPr>
        <p:spPr>
          <a:xfrm rot="5400000">
            <a:off x="2676012" y="-2667000"/>
            <a:ext cx="6858001" cy="12192002"/>
          </a:xfrm>
          <a:prstGeom prst="rect">
            <a:avLst/>
          </a:prstGeom>
          <a:gradFill flip="none" rotWithShape="1">
            <a:gsLst>
              <a:gs pos="0">
                <a:schemeClr val="bg1">
                  <a:alpha val="47000"/>
                  <a:lumMod val="100000"/>
                </a:schemeClr>
              </a:gs>
              <a:gs pos="30000">
                <a:schemeClr val="accent3">
                  <a:alpha val="30886"/>
                </a:schemeClr>
              </a:gs>
              <a:gs pos="18000">
                <a:schemeClr val="accent6">
                  <a:alpha val="35158"/>
                </a:schemeClr>
              </a:gs>
              <a:gs pos="96000">
                <a:schemeClr val="accent2">
                  <a:lumMod val="10000"/>
                </a:schemeClr>
              </a:gs>
              <a:gs pos="6600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exend Medium" pitchFamily="2" charset="77"/>
              <a:ea typeface="+mn-ea"/>
              <a:cs typeface="+mn-cs"/>
            </a:endParaRPr>
          </a:p>
        </p:txBody>
      </p:sp>
      <p:sp>
        <p:nvSpPr>
          <p:cNvPr id="9" name="Title 15">
            <a:extLst>
              <a:ext uri="{FF2B5EF4-FFF2-40B4-BE49-F238E27FC236}">
                <a16:creationId xmlns:a16="http://schemas.microsoft.com/office/drawing/2014/main" id="{1AB76F65-7DCB-7903-64C4-C44C7FA87277}"/>
              </a:ext>
            </a:extLst>
          </p:cNvPr>
          <p:cNvSpPr>
            <a:spLocks noGrp="1"/>
          </p:cNvSpPr>
          <p:nvPr>
            <p:ph type="title"/>
          </p:nvPr>
        </p:nvSpPr>
        <p:spPr/>
        <p:txBody>
          <a:bodyPr/>
          <a:lstStyle/>
          <a:p>
            <a:r>
              <a:rPr lang="en-US" dirty="0"/>
              <a:t>DEMO</a:t>
            </a:r>
          </a:p>
        </p:txBody>
      </p:sp>
      <p:sp>
        <p:nvSpPr>
          <p:cNvPr id="16" name="Text Placeholder 16">
            <a:extLst>
              <a:ext uri="{FF2B5EF4-FFF2-40B4-BE49-F238E27FC236}">
                <a16:creationId xmlns:a16="http://schemas.microsoft.com/office/drawing/2014/main" id="{C34938D4-D884-4E35-D6B6-E33627267549}"/>
              </a:ext>
            </a:extLst>
          </p:cNvPr>
          <p:cNvSpPr>
            <a:spLocks noGrp="1"/>
          </p:cNvSpPr>
          <p:nvPr>
            <p:ph type="body" sz="quarter" idx="10"/>
          </p:nvPr>
        </p:nvSpPr>
        <p:spPr/>
        <p:txBody>
          <a:bodyPr/>
          <a:lstStyle/>
          <a:p>
            <a:endParaRPr lang="en-US" dirty="0"/>
          </a:p>
        </p:txBody>
      </p:sp>
      <p:sp>
        <p:nvSpPr>
          <p:cNvPr id="13" name="Text Placeholder 17">
            <a:extLst>
              <a:ext uri="{FF2B5EF4-FFF2-40B4-BE49-F238E27FC236}">
                <a16:creationId xmlns:a16="http://schemas.microsoft.com/office/drawing/2014/main" id="{A54FFD70-0B67-B877-5893-29E16D5B437D}"/>
              </a:ext>
            </a:extLst>
          </p:cNvPr>
          <p:cNvSpPr>
            <a:spLocks noGrp="1"/>
          </p:cNvSpPr>
          <p:nvPr>
            <p:ph type="body" sz="quarter" idx="11"/>
          </p:nvPr>
        </p:nvSpPr>
        <p:spPr/>
        <p:txBody>
          <a:bodyPr/>
          <a:lstStyle/>
          <a:p>
            <a:r>
              <a:rPr lang="en-US" dirty="0">
                <a:solidFill>
                  <a:schemeClr val="accent3">
                    <a:lumMod val="60000"/>
                    <a:lumOff val="40000"/>
                  </a:schemeClr>
                </a:solidFill>
              </a:rPr>
              <a:t>OTCM, OpenTelemetry </a:t>
            </a:r>
            <a:r>
              <a:rPr lang="en-US" dirty="0" err="1">
                <a:solidFill>
                  <a:schemeClr val="accent3">
                    <a:lumMod val="60000"/>
                    <a:lumOff val="40000"/>
                  </a:schemeClr>
                </a:solidFill>
              </a:rPr>
              <a:t>en</a:t>
            </a:r>
            <a:r>
              <a:rPr lang="en-US" dirty="0">
                <a:solidFill>
                  <a:schemeClr val="accent3">
                    <a:lumMod val="60000"/>
                    <a:lumOff val="40000"/>
                  </a:schemeClr>
                </a:solidFill>
              </a:rPr>
              <a:t> Fluent-bit</a:t>
            </a:r>
          </a:p>
        </p:txBody>
      </p:sp>
      <p:pic>
        <p:nvPicPr>
          <p:cNvPr id="5" name="Graphic 4">
            <a:extLst>
              <a:ext uri="{FF2B5EF4-FFF2-40B4-BE49-F238E27FC236}">
                <a16:creationId xmlns:a16="http://schemas.microsoft.com/office/drawing/2014/main" id="{ABEB6129-A599-C820-A13A-FAFAE9A08C7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6300" y="1438820"/>
            <a:ext cx="2422254" cy="681994"/>
          </a:xfrm>
          <a:prstGeom prst="rect">
            <a:avLst/>
          </a:prstGeom>
        </p:spPr>
      </p:pic>
    </p:spTree>
    <p:extLst>
      <p:ext uri="{BB962C8B-B14F-4D97-AF65-F5344CB8AC3E}">
        <p14:creationId xmlns:p14="http://schemas.microsoft.com/office/powerpoint/2010/main" val="2660073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87C4C-1E5C-3C4C-B403-420B498DCB6D}"/>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47F44EC-2A71-CC2D-FD95-B7BE2F3E76CD}"/>
              </a:ext>
            </a:extLst>
          </p:cNvPr>
          <p:cNvPicPr>
            <a:picLocks noChangeAspect="1"/>
          </p:cNvPicPr>
          <p:nvPr/>
        </p:nvPicPr>
        <p:blipFill>
          <a:blip r:embed="rId3"/>
          <a:srcRect l="2766" r="14327"/>
          <a:stretch>
            <a:fillRect/>
          </a:stretch>
        </p:blipFill>
        <p:spPr>
          <a:xfrm>
            <a:off x="0" y="741680"/>
            <a:ext cx="12192000" cy="6200583"/>
          </a:xfrm>
          <a:prstGeom prst="rect">
            <a:avLst/>
          </a:prstGeom>
        </p:spPr>
      </p:pic>
      <p:sp>
        <p:nvSpPr>
          <p:cNvPr id="18" name="Title 51">
            <a:extLst>
              <a:ext uri="{FF2B5EF4-FFF2-40B4-BE49-F238E27FC236}">
                <a16:creationId xmlns:a16="http://schemas.microsoft.com/office/drawing/2014/main" id="{B3F28B26-E17A-C70C-C791-8EBA5F1390B5}"/>
              </a:ext>
            </a:extLst>
          </p:cNvPr>
          <p:cNvSpPr txBox="1">
            <a:spLocks/>
          </p:cNvSpPr>
          <p:nvPr/>
        </p:nvSpPr>
        <p:spPr>
          <a:xfrm>
            <a:off x="0" y="20320"/>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DEMO</a:t>
            </a:r>
          </a:p>
        </p:txBody>
      </p:sp>
    </p:spTree>
    <p:extLst>
      <p:ext uri="{BB962C8B-B14F-4D97-AF65-F5344CB8AC3E}">
        <p14:creationId xmlns:p14="http://schemas.microsoft.com/office/powerpoint/2010/main" val="3148885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25833-CE6A-5F5D-0D60-FF2CB228E3A0}"/>
            </a:ext>
          </a:extLst>
        </p:cNvPr>
        <p:cNvGrpSpPr/>
        <p:nvPr/>
      </p:nvGrpSpPr>
      <p:grpSpPr>
        <a:xfrm>
          <a:off x="0" y="0"/>
          <a:ext cx="0" cy="0"/>
          <a:chOff x="0" y="0"/>
          <a:chExt cx="0" cy="0"/>
        </a:xfrm>
      </p:grpSpPr>
      <p:sp>
        <p:nvSpPr>
          <p:cNvPr id="18" name="Title 51">
            <a:extLst>
              <a:ext uri="{FF2B5EF4-FFF2-40B4-BE49-F238E27FC236}">
                <a16:creationId xmlns:a16="http://schemas.microsoft.com/office/drawing/2014/main" id="{F49C8A97-927E-4316-5296-92F5ECA31809}"/>
              </a:ext>
            </a:extLst>
          </p:cNvPr>
          <p:cNvSpPr txBox="1">
            <a:spLocks/>
          </p:cNvSpPr>
          <p:nvPr/>
        </p:nvSpPr>
        <p:spPr>
          <a:xfrm>
            <a:off x="0" y="20320"/>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DEMO</a:t>
            </a:r>
          </a:p>
        </p:txBody>
      </p:sp>
      <p:pic>
        <p:nvPicPr>
          <p:cNvPr id="3" name="Picture 2">
            <a:extLst>
              <a:ext uri="{FF2B5EF4-FFF2-40B4-BE49-F238E27FC236}">
                <a16:creationId xmlns:a16="http://schemas.microsoft.com/office/drawing/2014/main" id="{259D5D59-3613-A9E2-4F6D-DA8C0A2F26FB}"/>
              </a:ext>
            </a:extLst>
          </p:cNvPr>
          <p:cNvPicPr>
            <a:picLocks noChangeAspect="1"/>
          </p:cNvPicPr>
          <p:nvPr/>
        </p:nvPicPr>
        <p:blipFill>
          <a:blip r:embed="rId3"/>
          <a:stretch>
            <a:fillRect/>
          </a:stretch>
        </p:blipFill>
        <p:spPr>
          <a:xfrm>
            <a:off x="0" y="891081"/>
            <a:ext cx="12192000" cy="4034118"/>
          </a:xfrm>
          <a:prstGeom prst="rect">
            <a:avLst/>
          </a:prstGeom>
        </p:spPr>
      </p:pic>
    </p:spTree>
    <p:extLst>
      <p:ext uri="{BB962C8B-B14F-4D97-AF65-F5344CB8AC3E}">
        <p14:creationId xmlns:p14="http://schemas.microsoft.com/office/powerpoint/2010/main" val="3829216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E4E9A-DD62-10CC-0417-509F2B723C11}"/>
            </a:ext>
          </a:extLst>
        </p:cNvPr>
        <p:cNvGrpSpPr/>
        <p:nvPr/>
      </p:nvGrpSpPr>
      <p:grpSpPr>
        <a:xfrm>
          <a:off x="0" y="0"/>
          <a:ext cx="0" cy="0"/>
          <a:chOff x="0" y="0"/>
          <a:chExt cx="0" cy="0"/>
        </a:xfrm>
      </p:grpSpPr>
      <p:sp>
        <p:nvSpPr>
          <p:cNvPr id="18" name="Title 51">
            <a:extLst>
              <a:ext uri="{FF2B5EF4-FFF2-40B4-BE49-F238E27FC236}">
                <a16:creationId xmlns:a16="http://schemas.microsoft.com/office/drawing/2014/main" id="{57FB8703-6CBF-4A5F-D9F6-FE999CF264B9}"/>
              </a:ext>
            </a:extLst>
          </p:cNvPr>
          <p:cNvSpPr txBox="1">
            <a:spLocks/>
          </p:cNvSpPr>
          <p:nvPr/>
        </p:nvSpPr>
        <p:spPr>
          <a:xfrm>
            <a:off x="0" y="20320"/>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DEMO</a:t>
            </a:r>
          </a:p>
        </p:txBody>
      </p:sp>
      <p:pic>
        <p:nvPicPr>
          <p:cNvPr id="4" name="Picture 3" descr="A screenshot of a computer&#10;&#10;AI-generated content may be incorrect.">
            <a:extLst>
              <a:ext uri="{FF2B5EF4-FFF2-40B4-BE49-F238E27FC236}">
                <a16:creationId xmlns:a16="http://schemas.microsoft.com/office/drawing/2014/main" id="{7EB97AF2-7A00-7536-9EF1-3D03CA74D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58627"/>
            <a:ext cx="12192000" cy="5140745"/>
          </a:xfrm>
          <a:prstGeom prst="rect">
            <a:avLst/>
          </a:prstGeom>
        </p:spPr>
      </p:pic>
    </p:spTree>
    <p:extLst>
      <p:ext uri="{BB962C8B-B14F-4D97-AF65-F5344CB8AC3E}">
        <p14:creationId xmlns:p14="http://schemas.microsoft.com/office/powerpoint/2010/main" val="234686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3E090-981D-8433-F64E-7280AF1E6548}"/>
            </a:ext>
          </a:extLst>
        </p:cNvPr>
        <p:cNvGrpSpPr/>
        <p:nvPr/>
      </p:nvGrpSpPr>
      <p:grpSpPr>
        <a:xfrm>
          <a:off x="0" y="0"/>
          <a:ext cx="0" cy="0"/>
          <a:chOff x="0" y="0"/>
          <a:chExt cx="0" cy="0"/>
        </a:xfrm>
      </p:grpSpPr>
      <p:sp>
        <p:nvSpPr>
          <p:cNvPr id="18" name="Title 51">
            <a:extLst>
              <a:ext uri="{FF2B5EF4-FFF2-40B4-BE49-F238E27FC236}">
                <a16:creationId xmlns:a16="http://schemas.microsoft.com/office/drawing/2014/main" id="{EDA76A9F-9504-03B3-0BFA-79D6DDB1D48E}"/>
              </a:ext>
            </a:extLst>
          </p:cNvPr>
          <p:cNvSpPr txBox="1">
            <a:spLocks/>
          </p:cNvSpPr>
          <p:nvPr/>
        </p:nvSpPr>
        <p:spPr>
          <a:xfrm>
            <a:off x="0" y="20320"/>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DEMO</a:t>
            </a:r>
          </a:p>
        </p:txBody>
      </p:sp>
      <p:pic>
        <p:nvPicPr>
          <p:cNvPr id="3" name="Picture 2">
            <a:extLst>
              <a:ext uri="{FF2B5EF4-FFF2-40B4-BE49-F238E27FC236}">
                <a16:creationId xmlns:a16="http://schemas.microsoft.com/office/drawing/2014/main" id="{56B7FDDE-67AC-5116-EE3A-067ADC45787B}"/>
              </a:ext>
            </a:extLst>
          </p:cNvPr>
          <p:cNvPicPr>
            <a:picLocks noChangeAspect="1"/>
          </p:cNvPicPr>
          <p:nvPr/>
        </p:nvPicPr>
        <p:blipFill>
          <a:blip r:embed="rId3"/>
          <a:srcRect l="9308" t="11150" r="17166" b="-1723"/>
          <a:stretch>
            <a:fillRect/>
          </a:stretch>
        </p:blipFill>
        <p:spPr>
          <a:xfrm>
            <a:off x="-13758" y="991493"/>
            <a:ext cx="12205758" cy="4383147"/>
          </a:xfrm>
          <a:prstGeom prst="rect">
            <a:avLst/>
          </a:prstGeom>
        </p:spPr>
      </p:pic>
    </p:spTree>
    <p:extLst>
      <p:ext uri="{BB962C8B-B14F-4D97-AF65-F5344CB8AC3E}">
        <p14:creationId xmlns:p14="http://schemas.microsoft.com/office/powerpoint/2010/main" val="570802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0A879-DF86-E455-CD21-F03560204053}"/>
            </a:ext>
          </a:extLst>
        </p:cNvPr>
        <p:cNvGrpSpPr/>
        <p:nvPr/>
      </p:nvGrpSpPr>
      <p:grpSpPr>
        <a:xfrm>
          <a:off x="0" y="0"/>
          <a:ext cx="0" cy="0"/>
          <a:chOff x="0" y="0"/>
          <a:chExt cx="0" cy="0"/>
        </a:xfrm>
      </p:grpSpPr>
      <p:sp>
        <p:nvSpPr>
          <p:cNvPr id="18" name="Title 51">
            <a:extLst>
              <a:ext uri="{FF2B5EF4-FFF2-40B4-BE49-F238E27FC236}">
                <a16:creationId xmlns:a16="http://schemas.microsoft.com/office/drawing/2014/main" id="{412F88A8-AD4D-5D92-0556-631C47B9F6FA}"/>
              </a:ext>
            </a:extLst>
          </p:cNvPr>
          <p:cNvSpPr txBox="1">
            <a:spLocks/>
          </p:cNvSpPr>
          <p:nvPr/>
        </p:nvSpPr>
        <p:spPr>
          <a:xfrm>
            <a:off x="0" y="20320"/>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DEMO</a:t>
            </a:r>
          </a:p>
        </p:txBody>
      </p:sp>
      <p:pic>
        <p:nvPicPr>
          <p:cNvPr id="4" name="Picture 3">
            <a:extLst>
              <a:ext uri="{FF2B5EF4-FFF2-40B4-BE49-F238E27FC236}">
                <a16:creationId xmlns:a16="http://schemas.microsoft.com/office/drawing/2014/main" id="{EC31D047-F178-49B6-65CC-3AA1FB0D4E6F}"/>
              </a:ext>
            </a:extLst>
          </p:cNvPr>
          <p:cNvPicPr>
            <a:picLocks noChangeAspect="1"/>
          </p:cNvPicPr>
          <p:nvPr/>
        </p:nvPicPr>
        <p:blipFill>
          <a:blip r:embed="rId3"/>
          <a:srcRect b="2093"/>
          <a:stretch>
            <a:fillRect/>
          </a:stretch>
        </p:blipFill>
        <p:spPr>
          <a:xfrm>
            <a:off x="0" y="680720"/>
            <a:ext cx="12204163" cy="6177280"/>
          </a:xfrm>
          <a:prstGeom prst="rect">
            <a:avLst/>
          </a:prstGeom>
        </p:spPr>
      </p:pic>
    </p:spTree>
    <p:extLst>
      <p:ext uri="{BB962C8B-B14F-4D97-AF65-F5344CB8AC3E}">
        <p14:creationId xmlns:p14="http://schemas.microsoft.com/office/powerpoint/2010/main" val="4110488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24362-3BDA-47DF-22A5-A268967122A0}"/>
            </a:ext>
          </a:extLst>
        </p:cNvPr>
        <p:cNvGrpSpPr/>
        <p:nvPr/>
      </p:nvGrpSpPr>
      <p:grpSpPr>
        <a:xfrm>
          <a:off x="0" y="0"/>
          <a:ext cx="0" cy="0"/>
          <a:chOff x="0" y="0"/>
          <a:chExt cx="0" cy="0"/>
        </a:xfrm>
      </p:grpSpPr>
      <p:sp>
        <p:nvSpPr>
          <p:cNvPr id="18" name="Title 51">
            <a:extLst>
              <a:ext uri="{FF2B5EF4-FFF2-40B4-BE49-F238E27FC236}">
                <a16:creationId xmlns:a16="http://schemas.microsoft.com/office/drawing/2014/main" id="{906B6A4D-F53C-E196-14AB-B1308845B00F}"/>
              </a:ext>
            </a:extLst>
          </p:cNvPr>
          <p:cNvSpPr txBox="1">
            <a:spLocks/>
          </p:cNvSpPr>
          <p:nvPr/>
        </p:nvSpPr>
        <p:spPr>
          <a:xfrm>
            <a:off x="0" y="20320"/>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DEMO</a:t>
            </a:r>
          </a:p>
        </p:txBody>
      </p:sp>
      <p:pic>
        <p:nvPicPr>
          <p:cNvPr id="3" name="Picture 2">
            <a:extLst>
              <a:ext uri="{FF2B5EF4-FFF2-40B4-BE49-F238E27FC236}">
                <a16:creationId xmlns:a16="http://schemas.microsoft.com/office/drawing/2014/main" id="{601983C4-E624-6269-B351-0D3316A8C69F}"/>
              </a:ext>
            </a:extLst>
          </p:cNvPr>
          <p:cNvPicPr>
            <a:picLocks noChangeAspect="1"/>
          </p:cNvPicPr>
          <p:nvPr/>
        </p:nvPicPr>
        <p:blipFill>
          <a:blip r:embed="rId3"/>
          <a:stretch>
            <a:fillRect/>
          </a:stretch>
        </p:blipFill>
        <p:spPr>
          <a:xfrm>
            <a:off x="0" y="958164"/>
            <a:ext cx="12192000" cy="4941671"/>
          </a:xfrm>
          <a:prstGeom prst="rect">
            <a:avLst/>
          </a:prstGeom>
        </p:spPr>
      </p:pic>
    </p:spTree>
    <p:extLst>
      <p:ext uri="{BB962C8B-B14F-4D97-AF65-F5344CB8AC3E}">
        <p14:creationId xmlns:p14="http://schemas.microsoft.com/office/powerpoint/2010/main" val="373703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3">
            <a:hlinkClick r:id="rId3"/>
            <a:extLst>
              <a:ext uri="{FF2B5EF4-FFF2-40B4-BE49-F238E27FC236}">
                <a16:creationId xmlns:a16="http://schemas.microsoft.com/office/drawing/2014/main" id="{D215D449-6885-161E-6903-1925E04A9329}"/>
              </a:ext>
            </a:extLst>
          </p:cNvPr>
          <p:cNvPicPr>
            <a:picLocks noChangeAspect="1"/>
          </p:cNvPicPr>
          <p:nvPr/>
        </p:nvPicPr>
        <p:blipFill>
          <a:blip r:embed="rId4">
            <a:extLst>
              <a:ext uri="{28A0092B-C50C-407E-A947-70E740481C1C}">
                <a14:useLocalDpi xmlns:a14="http://schemas.microsoft.com/office/drawing/2010/main" val="0"/>
              </a:ext>
            </a:extLst>
          </a:blip>
          <a:srcRect l="258" t="-91" r="36271" b="91"/>
          <a:stretch>
            <a:fillRect/>
          </a:stretch>
        </p:blipFill>
        <p:spPr>
          <a:xfrm>
            <a:off x="634834" y="635000"/>
            <a:ext cx="5840480" cy="5588000"/>
          </a:xfrm>
          <a:prstGeom prst="roundRect">
            <a:avLst>
              <a:gd name="adj" fmla="val 4844"/>
            </a:avLst>
          </a:prstGeom>
        </p:spPr>
      </p:pic>
      <p:sp>
        <p:nvSpPr>
          <p:cNvPr id="7" name="TextBox 6">
            <a:extLst>
              <a:ext uri="{FF2B5EF4-FFF2-40B4-BE49-F238E27FC236}">
                <a16:creationId xmlns:a16="http://schemas.microsoft.com/office/drawing/2014/main" id="{7970A37B-0C3F-F418-A3FF-4DC8ADA8F230}"/>
              </a:ext>
            </a:extLst>
          </p:cNvPr>
          <p:cNvSpPr txBox="1"/>
          <p:nvPr/>
        </p:nvSpPr>
        <p:spPr>
          <a:xfrm>
            <a:off x="7113324" y="1046032"/>
            <a:ext cx="507867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5000">
                <a:latin typeface="+mn-lt"/>
                <a:ea typeface="+mn-ea"/>
                <a:cs typeface="+mn-cs"/>
                <a:sym typeface="Montserrat" panose="00000500000000000000" pitchFamily="2" charset="0"/>
              </a:defRPr>
            </a:pPr>
            <a:r>
              <a:rPr kumimoji="0" lang="en-GB" sz="4000" b="1" i="0" u="none" strike="noStrike" kern="1200" cap="none" spc="0" normalizeH="0" baseline="0" noProof="0" dirty="0" err="1">
                <a:ln>
                  <a:noFill/>
                </a:ln>
                <a:solidFill>
                  <a:srgbClr val="FFFFFF"/>
                </a:solidFill>
                <a:effectLst/>
                <a:uLnTx/>
                <a:uFillTx/>
                <a:latin typeface="Lexend SemiBold" pitchFamily="2" charset="77"/>
                <a:ea typeface="+mn-ea"/>
                <a:cs typeface="+mn-cs"/>
                <a:sym typeface="Montserrat" panose="00000500000000000000" pitchFamily="2" charset="0"/>
              </a:rPr>
              <a:t>Documentatie</a:t>
            </a:r>
            <a:endParaRPr kumimoji="0" lang="en-GB" sz="4000" b="1" i="0" u="none" strike="noStrike" kern="1200" cap="none" spc="0" normalizeH="0" baseline="0" noProof="0" dirty="0">
              <a:ln>
                <a:noFill/>
              </a:ln>
              <a:solidFill>
                <a:srgbClr val="FFFFFF"/>
              </a:solidFill>
              <a:effectLst/>
              <a:uLnTx/>
              <a:uFillTx/>
              <a:latin typeface="Lexend SemiBold" pitchFamily="2" charset="77"/>
              <a:ea typeface="+mn-ea"/>
              <a:cs typeface="+mn-cs"/>
              <a:sym typeface="Montserrat" panose="00000500000000000000" pitchFamily="2" charset="0"/>
            </a:endParaRPr>
          </a:p>
        </p:txBody>
      </p:sp>
      <p:sp>
        <p:nvSpPr>
          <p:cNvPr id="11" name="TextBox 10">
            <a:extLst>
              <a:ext uri="{FF2B5EF4-FFF2-40B4-BE49-F238E27FC236}">
                <a16:creationId xmlns:a16="http://schemas.microsoft.com/office/drawing/2014/main" id="{4054BE8F-05E1-E224-763F-F323D8F5F262}"/>
              </a:ext>
            </a:extLst>
          </p:cNvPr>
          <p:cNvSpPr txBox="1"/>
          <p:nvPr/>
        </p:nvSpPr>
        <p:spPr>
          <a:xfrm>
            <a:off x="8284299" y="4063128"/>
            <a:ext cx="207729" cy="573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O" sz="2400" b="0" i="0" u="none" strike="noStrike" kern="1200" cap="none" spc="0" normalizeH="0" baseline="0" noProof="0">
              <a:ln>
                <a:noFill/>
              </a:ln>
              <a:solidFill>
                <a:srgbClr val="FFFFFF"/>
              </a:solidFill>
              <a:effectLst/>
              <a:uLnTx/>
              <a:uFillTx/>
              <a:latin typeface="Lexend Medium" pitchFamily="2" charset="77"/>
              <a:ea typeface="+mn-ea"/>
              <a:cs typeface="+mn-cs"/>
            </a:endParaRPr>
          </a:p>
        </p:txBody>
      </p:sp>
      <p:grpSp>
        <p:nvGrpSpPr>
          <p:cNvPr id="3" name="Group 2">
            <a:extLst>
              <a:ext uri="{FF2B5EF4-FFF2-40B4-BE49-F238E27FC236}">
                <a16:creationId xmlns:a16="http://schemas.microsoft.com/office/drawing/2014/main" id="{F0285FE9-9BED-D6F7-49A6-363A15E77C05}"/>
              </a:ext>
            </a:extLst>
          </p:cNvPr>
          <p:cNvGrpSpPr/>
          <p:nvPr/>
        </p:nvGrpSpPr>
        <p:grpSpPr>
          <a:xfrm>
            <a:off x="6956732" y="1753918"/>
            <a:ext cx="5736723" cy="982155"/>
            <a:chOff x="838200" y="1744798"/>
            <a:chExt cx="5101611" cy="789946"/>
          </a:xfrm>
        </p:grpSpPr>
        <p:sp>
          <p:nvSpPr>
            <p:cNvPr id="4" name="Executive summary">
              <a:extLst>
                <a:ext uri="{FF2B5EF4-FFF2-40B4-BE49-F238E27FC236}">
                  <a16:creationId xmlns:a16="http://schemas.microsoft.com/office/drawing/2014/main" id="{52FF8647-8A4D-B515-C14F-FCC323A70026}"/>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Confluence</a:t>
              </a:r>
              <a:endPar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p:txBody>
        </p:sp>
        <p:sp>
          <p:nvSpPr>
            <p:cNvPr id="5" name="01">
              <a:extLst>
                <a:ext uri="{FF2B5EF4-FFF2-40B4-BE49-F238E27FC236}">
                  <a16:creationId xmlns:a16="http://schemas.microsoft.com/office/drawing/2014/main" id="{7BEC1AD9-1549-D8A0-6814-DDD35BB838FC}"/>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01</a:t>
              </a:r>
            </a:p>
          </p:txBody>
        </p:sp>
      </p:grpSp>
      <p:grpSp>
        <p:nvGrpSpPr>
          <p:cNvPr id="10" name="Group 9">
            <a:extLst>
              <a:ext uri="{FF2B5EF4-FFF2-40B4-BE49-F238E27FC236}">
                <a16:creationId xmlns:a16="http://schemas.microsoft.com/office/drawing/2014/main" id="{E91B92F3-3606-0F80-7B48-442B8BEB1165}"/>
              </a:ext>
            </a:extLst>
          </p:cNvPr>
          <p:cNvGrpSpPr/>
          <p:nvPr/>
        </p:nvGrpSpPr>
        <p:grpSpPr>
          <a:xfrm>
            <a:off x="6960705" y="2310804"/>
            <a:ext cx="5736723" cy="982155"/>
            <a:chOff x="838200" y="1744798"/>
            <a:chExt cx="5101611" cy="789946"/>
          </a:xfrm>
        </p:grpSpPr>
        <p:sp>
          <p:nvSpPr>
            <p:cNvPr id="12" name="Executive summary">
              <a:extLst>
                <a:ext uri="{FF2B5EF4-FFF2-40B4-BE49-F238E27FC236}">
                  <a16:creationId xmlns:a16="http://schemas.microsoft.com/office/drawing/2014/main" id="{57E7B78A-31EF-FAD4-D665-7681B1F2B0BC}"/>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Structuur</a:t>
              </a:r>
            </a:p>
          </p:txBody>
        </p:sp>
        <p:sp>
          <p:nvSpPr>
            <p:cNvPr id="13" name="01">
              <a:extLst>
                <a:ext uri="{FF2B5EF4-FFF2-40B4-BE49-F238E27FC236}">
                  <a16:creationId xmlns:a16="http://schemas.microsoft.com/office/drawing/2014/main" id="{1D19AB5C-CDBD-82C9-8EA3-1BBAC10228AF}"/>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02</a:t>
              </a:r>
            </a:p>
          </p:txBody>
        </p:sp>
      </p:grpSp>
      <p:grpSp>
        <p:nvGrpSpPr>
          <p:cNvPr id="14" name="Group 13">
            <a:extLst>
              <a:ext uri="{FF2B5EF4-FFF2-40B4-BE49-F238E27FC236}">
                <a16:creationId xmlns:a16="http://schemas.microsoft.com/office/drawing/2014/main" id="{289ECC68-A185-2216-4085-F43C24C697E9}"/>
              </a:ext>
            </a:extLst>
          </p:cNvPr>
          <p:cNvGrpSpPr/>
          <p:nvPr/>
        </p:nvGrpSpPr>
        <p:grpSpPr>
          <a:xfrm>
            <a:off x="6956732" y="2867690"/>
            <a:ext cx="5736723" cy="982155"/>
            <a:chOff x="838200" y="1744798"/>
            <a:chExt cx="5101611" cy="789946"/>
          </a:xfrm>
        </p:grpSpPr>
        <p:sp>
          <p:nvSpPr>
            <p:cNvPr id="15" name="Executive summary">
              <a:extLst>
                <a:ext uri="{FF2B5EF4-FFF2-40B4-BE49-F238E27FC236}">
                  <a16:creationId xmlns:a16="http://schemas.microsoft.com/office/drawing/2014/main" id="{A0360A89-841D-E3D0-3A7A-6936B43CCF18}"/>
                </a:ext>
              </a:extLst>
            </p:cNvPr>
            <p:cNvSpPr txBox="1"/>
            <p:nvPr/>
          </p:nvSpPr>
          <p:spPr>
            <a:xfrm>
              <a:off x="1273776" y="1861369"/>
              <a:ext cx="4666035" cy="4815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Introducties</a:t>
              </a:r>
            </a:p>
          </p:txBody>
        </p:sp>
        <p:sp>
          <p:nvSpPr>
            <p:cNvPr id="16" name="01">
              <a:extLst>
                <a:ext uri="{FF2B5EF4-FFF2-40B4-BE49-F238E27FC236}">
                  <a16:creationId xmlns:a16="http://schemas.microsoft.com/office/drawing/2014/main" id="{C99DA14A-FA5E-5F88-1B86-7D96FF103902}"/>
                </a:ext>
              </a:extLst>
            </p:cNvPr>
            <p:cNvSpPr txBox="1"/>
            <p:nvPr/>
          </p:nvSpPr>
          <p:spPr>
            <a:xfrm>
              <a:off x="838200" y="1744798"/>
              <a:ext cx="378441" cy="7899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svg="http://schemas.microsoft.com/office/drawing/2016/SVG/main" xmlns:a16="http://schemas.microsoft.com/office/drawing/2014/main"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03</a:t>
              </a:r>
            </a:p>
          </p:txBody>
        </p:sp>
      </p:grpSp>
    </p:spTree>
    <p:extLst>
      <p:ext uri="{BB962C8B-B14F-4D97-AF65-F5344CB8AC3E}">
        <p14:creationId xmlns:p14="http://schemas.microsoft.com/office/powerpoint/2010/main" val="1013196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AB191C34-D0EE-BCBE-2AD1-68ECF4BD56FB}"/>
              </a:ext>
            </a:extLst>
          </p:cNvPr>
          <p:cNvSpPr>
            <a:spLocks noGrp="1"/>
          </p:cNvSpPr>
          <p:nvPr>
            <p:ph type="body" sz="quarter" idx="11"/>
          </p:nvPr>
        </p:nvSpPr>
        <p:spPr>
          <a:xfrm>
            <a:off x="838200" y="965581"/>
            <a:ext cx="10027596" cy="388931"/>
          </a:xfrm>
          <a:prstGeom prst="rect">
            <a:avLst/>
          </a:prstGeom>
        </p:spPr>
        <p:txBody>
          <a:bodyPr lIns="0">
            <a:normAutofit fontScale="62500" lnSpcReduction="20000"/>
          </a:bodyPr>
          <a:lstStyle/>
          <a:p>
            <a:pPr marL="91440" indent="0">
              <a:buNone/>
            </a:pPr>
            <a:r>
              <a:rPr lang="nl-NL" sz="2900" noProof="0" dirty="0">
                <a:solidFill>
                  <a:schemeClr val="accent3">
                    <a:lumMod val="60000"/>
                    <a:lumOff val="40000"/>
                  </a:schemeClr>
                </a:solidFill>
              </a:rPr>
              <a:t>Suggestie</a:t>
            </a:r>
          </a:p>
          <a:p>
            <a:pPr marL="91440" indent="0">
              <a:buNone/>
            </a:pPr>
            <a:endParaRPr lang="nl-NL" sz="1600" noProof="0" dirty="0">
              <a:solidFill>
                <a:schemeClr val="accent2"/>
              </a:solidFill>
            </a:endParaRPr>
          </a:p>
        </p:txBody>
      </p:sp>
      <p:sp>
        <p:nvSpPr>
          <p:cNvPr id="52" name="Title 51">
            <a:extLst>
              <a:ext uri="{FF2B5EF4-FFF2-40B4-BE49-F238E27FC236}">
                <a16:creationId xmlns:a16="http://schemas.microsoft.com/office/drawing/2014/main" id="{9592220A-67DC-5D04-B9EF-644A09F5208C}"/>
              </a:ext>
            </a:extLst>
          </p:cNvPr>
          <p:cNvSpPr>
            <a:spLocks noGrp="1"/>
          </p:cNvSpPr>
          <p:nvPr>
            <p:ph type="title"/>
          </p:nvPr>
        </p:nvSpPr>
        <p:spPr>
          <a:xfrm>
            <a:off x="838200" y="486488"/>
            <a:ext cx="10027596" cy="479094"/>
          </a:xfrm>
          <a:prstGeom prst="rect">
            <a:avLst/>
          </a:prstGeom>
        </p:spPr>
        <p:txBody>
          <a:bodyPr>
            <a:noAutofit/>
          </a:bodyPr>
          <a:lstStyle/>
          <a:p>
            <a:r>
              <a:rPr lang="nl-NL" sz="4000" b="1" noProof="0" dirty="0">
                <a:latin typeface="Lexend SemiBold" pitchFamily="2" charset="77"/>
              </a:rPr>
              <a:t>Volgende sprint</a:t>
            </a:r>
          </a:p>
        </p:txBody>
      </p:sp>
      <p:cxnSp>
        <p:nvCxnSpPr>
          <p:cNvPr id="116" name="Straight Connector 115">
            <a:extLst>
              <a:ext uri="{FF2B5EF4-FFF2-40B4-BE49-F238E27FC236}">
                <a16:creationId xmlns:a16="http://schemas.microsoft.com/office/drawing/2014/main" id="{9499114B-ACF5-A2F9-D166-F51C9A2E1691}"/>
              </a:ext>
            </a:extLst>
          </p:cNvPr>
          <p:cNvCxnSpPr>
            <a:cxnSpLocks/>
            <a:stCxn id="117" idx="6"/>
            <a:endCxn id="13" idx="2"/>
          </p:cNvCxnSpPr>
          <p:nvPr/>
        </p:nvCxnSpPr>
        <p:spPr>
          <a:xfrm>
            <a:off x="1820226" y="3095202"/>
            <a:ext cx="3496728" cy="5019"/>
          </a:xfrm>
          <a:prstGeom prst="line">
            <a:avLst/>
          </a:prstGeom>
          <a:ln w="38100" cmpd="sng">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5AD36638-A8C9-F3D5-5046-2EBB2805A29A}"/>
              </a:ext>
            </a:extLst>
          </p:cNvPr>
          <p:cNvGrpSpPr/>
          <p:nvPr/>
        </p:nvGrpSpPr>
        <p:grpSpPr>
          <a:xfrm>
            <a:off x="1490907" y="2919459"/>
            <a:ext cx="3298856" cy="1772140"/>
            <a:chOff x="838200" y="2243153"/>
            <a:chExt cx="2337211" cy="1176348"/>
          </a:xfrm>
        </p:grpSpPr>
        <p:sp>
          <p:nvSpPr>
            <p:cNvPr id="117" name="Oval 116">
              <a:extLst>
                <a:ext uri="{FF2B5EF4-FFF2-40B4-BE49-F238E27FC236}">
                  <a16:creationId xmlns:a16="http://schemas.microsoft.com/office/drawing/2014/main" id="{E714EFFE-455C-165B-E37F-8FE2B3948390}"/>
                </a:ext>
              </a:extLst>
            </p:cNvPr>
            <p:cNvSpPr/>
            <p:nvPr/>
          </p:nvSpPr>
          <p:spPr>
            <a:xfrm>
              <a:off x="838201" y="2243153"/>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127" name="2021">
              <a:extLst>
                <a:ext uri="{FF2B5EF4-FFF2-40B4-BE49-F238E27FC236}">
                  <a16:creationId xmlns:a16="http://schemas.microsoft.com/office/drawing/2014/main" id="{AC78670E-C879-759F-A7F6-06A0B7731288}"/>
                </a:ext>
              </a:extLst>
            </p:cNvPr>
            <p:cNvSpPr txBox="1"/>
            <p:nvPr/>
          </p:nvSpPr>
          <p:spPr>
            <a:xfrm>
              <a:off x="838201" y="2551713"/>
              <a:ext cx="2163492" cy="319639"/>
            </a:xfrm>
            <a:prstGeom prst="rect">
              <a:avLst/>
            </a:prstGeom>
            <a:ln w="12700">
              <a:miter lim="400000"/>
            </a:ln>
            <a:extLst>
              <a:ext uri="{C572A759-6A51-4108-AA02-DFA0A04FC94B}">
                <ma14:wrappingTextBoxFlag xmlns="" xmlns:a16="http://schemas.microsoft.com/office/drawing/2014/main" xmlns:p14="http://schemas.microsoft.com/office/powerpoint/2010/main" xmlns:mc="http://schemas.openxmlformats.org/markup-compatibility/2006" xmlns:ma14="http://schemas.microsoft.com/office/mac/drawingml/2011/main" xmlns:a14="http://schemas.microsoft.com/office/drawing/2010/main" xmlns:m="http://schemas.openxmlformats.org/officeDocument/2006/math" val="1"/>
              </a:ext>
            </a:extLst>
          </p:spPr>
          <p:txBody>
            <a:bodyPr wrap="square"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a:latin typeface="Lexend SemiBold" pitchFamily="2" charset="77"/>
                  <a:cs typeface="Montserrat" panose="00000500000000000000" pitchFamily="2" charset="0"/>
                </a:rPr>
                <a:t>Voorbereiden X-</a:t>
              </a:r>
              <a:r>
                <a:rPr lang="nl-NL" sz="2400" b="1" noProof="0" dirty="0" err="1">
                  <a:latin typeface="Lexend SemiBold" pitchFamily="2" charset="77"/>
                  <a:cs typeface="Montserrat" panose="00000500000000000000" pitchFamily="2" charset="0"/>
                </a:rPr>
                <a:t>day</a:t>
              </a:r>
              <a:endParaRPr lang="nl-NL" sz="2400" b="1" noProof="0" dirty="0">
                <a:latin typeface="Lexend SemiBold" pitchFamily="2" charset="77"/>
                <a:cs typeface="Montserrat" panose="00000500000000000000" pitchFamily="2" charset="0"/>
              </a:endParaRPr>
            </a:p>
          </p:txBody>
        </p:sp>
        <p:sp>
          <p:nvSpPr>
            <p:cNvPr id="128" name="Firstly we will do this">
              <a:extLst>
                <a:ext uri="{FF2B5EF4-FFF2-40B4-BE49-F238E27FC236}">
                  <a16:creationId xmlns:a16="http://schemas.microsoft.com/office/drawing/2014/main" id="{B3998C1D-6221-1C31-B43B-4A25960B8D15}"/>
                </a:ext>
              </a:extLst>
            </p:cNvPr>
            <p:cNvSpPr txBox="1"/>
            <p:nvPr/>
          </p:nvSpPr>
          <p:spPr>
            <a:xfrm>
              <a:off x="838200" y="2859594"/>
              <a:ext cx="2337211" cy="559907"/>
            </a:xfrm>
            <a:prstGeom prst="rect">
              <a:avLst/>
            </a:prstGeom>
            <a:ln w="12700">
              <a:miter lim="400000"/>
            </a:ln>
            <a:extLst>
              <a:ext uri="{C572A759-6A51-4108-AA02-DFA0A04FC94B}">
                <ma14:wrappingTextBoxFlag xmlns="" xmlns:a16="http://schemas.microsoft.com/office/drawing/2014/main" xmlns:p14="http://schemas.microsoft.com/office/powerpoint/2010/main" xmlns:mc="http://schemas.openxmlformats.org/markup-compatibility/2006" xmlns:ma14="http://schemas.microsoft.com/office/mac/drawingml/2011/main" xmlns:a14="http://schemas.microsoft.com/office/drawing/2010/main" xmlns:m="http://schemas.openxmlformats.org/officeDocument/2006/math"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a:lnSpc>
                  <a:spcPct val="120000"/>
                </a:lnSpc>
                <a:defRPr/>
              </a:pPr>
              <a:r>
                <a:rPr lang="nl-NL" sz="1600" noProof="0" dirty="0">
                  <a:latin typeface="Lexend Medium" pitchFamily="2" charset="77"/>
                  <a:cs typeface="Montserrat" panose="00000500000000000000" pitchFamily="2" charset="0"/>
                </a:rPr>
                <a:t>- Overleggen</a:t>
              </a:r>
            </a:p>
            <a:p>
              <a:pPr>
                <a:lnSpc>
                  <a:spcPct val="120000"/>
                </a:lnSpc>
                <a:defRPr/>
              </a:pPr>
              <a:r>
                <a:rPr lang="nl-NL" sz="1600" dirty="0">
                  <a:latin typeface="Lexend Medium" pitchFamily="2" charset="77"/>
                  <a:cs typeface="Montserrat" panose="00000500000000000000" pitchFamily="2" charset="0"/>
                </a:rPr>
                <a:t>- </a:t>
              </a:r>
              <a:r>
                <a:rPr lang="nl-NL" sz="1600" noProof="0" dirty="0">
                  <a:latin typeface="Lexend Medium" pitchFamily="2" charset="77"/>
                  <a:cs typeface="Montserrat" panose="00000500000000000000" pitchFamily="2" charset="0"/>
                </a:rPr>
                <a:t>Tijdelijk </a:t>
              </a:r>
              <a:r>
                <a:rPr lang="nl-NL" sz="1600" noProof="0" dirty="0" err="1">
                  <a:latin typeface="Lexend Medium" pitchFamily="2" charset="77"/>
                  <a:cs typeface="Montserrat" panose="00000500000000000000" pitchFamily="2" charset="0"/>
                </a:rPr>
                <a:t>grafana</a:t>
              </a:r>
              <a:r>
                <a:rPr lang="nl-NL" sz="1600" noProof="0" dirty="0">
                  <a:latin typeface="Lexend Medium" pitchFamily="2" charset="77"/>
                  <a:cs typeface="Montserrat" panose="00000500000000000000" pitchFamily="2" charset="0"/>
                </a:rPr>
                <a:t> dashboard</a:t>
              </a:r>
            </a:p>
            <a:p>
              <a:pPr marL="171450" indent="-171450">
                <a:lnSpc>
                  <a:spcPct val="120000"/>
                </a:lnSpc>
                <a:buFontTx/>
                <a:buChar char="-"/>
                <a:defRPr/>
              </a:pPr>
              <a:endParaRPr lang="nl-NL" sz="1200" noProof="0" dirty="0">
                <a:latin typeface="Lexend Medium" pitchFamily="2" charset="77"/>
                <a:cs typeface="Montserrat" panose="00000500000000000000" pitchFamily="2" charset="0"/>
              </a:endParaRPr>
            </a:p>
          </p:txBody>
        </p:sp>
      </p:grpSp>
      <p:grpSp>
        <p:nvGrpSpPr>
          <p:cNvPr id="7" name="Group 6">
            <a:extLst>
              <a:ext uri="{FF2B5EF4-FFF2-40B4-BE49-F238E27FC236}">
                <a16:creationId xmlns:a16="http://schemas.microsoft.com/office/drawing/2014/main" id="{9E0BA458-E6E5-F247-BA34-F10E12A84890}"/>
              </a:ext>
            </a:extLst>
          </p:cNvPr>
          <p:cNvGrpSpPr/>
          <p:nvPr/>
        </p:nvGrpSpPr>
        <p:grpSpPr>
          <a:xfrm>
            <a:off x="8794437" y="2919459"/>
            <a:ext cx="2950292" cy="1525250"/>
            <a:chOff x="9037493" y="2240154"/>
            <a:chExt cx="2090256" cy="1012462"/>
          </a:xfrm>
        </p:grpSpPr>
        <p:sp>
          <p:nvSpPr>
            <p:cNvPr id="4" name="Oval 3">
              <a:extLst>
                <a:ext uri="{FF2B5EF4-FFF2-40B4-BE49-F238E27FC236}">
                  <a16:creationId xmlns:a16="http://schemas.microsoft.com/office/drawing/2014/main" id="{C5804733-0D49-91E2-C470-5F6C34F561BD}"/>
                </a:ext>
              </a:extLst>
            </p:cNvPr>
            <p:cNvSpPr/>
            <p:nvPr/>
          </p:nvSpPr>
          <p:spPr>
            <a:xfrm>
              <a:off x="9037493" y="2240154"/>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5" name="2021">
              <a:extLst>
                <a:ext uri="{FF2B5EF4-FFF2-40B4-BE49-F238E27FC236}">
                  <a16:creationId xmlns:a16="http://schemas.microsoft.com/office/drawing/2014/main" id="{2B4A0D64-265E-2288-70EB-2B4309490B5A}"/>
                </a:ext>
              </a:extLst>
            </p:cNvPr>
            <p:cNvSpPr txBox="1"/>
            <p:nvPr/>
          </p:nvSpPr>
          <p:spPr>
            <a:xfrm>
              <a:off x="9037494" y="2536480"/>
              <a:ext cx="1841020" cy="319638"/>
            </a:xfrm>
            <a:prstGeom prst="rect">
              <a:avLst/>
            </a:prstGeom>
            <a:ln w="12700">
              <a:miter lim="400000"/>
            </a:ln>
            <a:extLst>
              <a:ext uri="{C572A759-6A51-4108-AA02-DFA0A04FC94B}">
                <ma14:wrappingTextBoxFlag xmlns="" xmlns:a16="http://schemas.microsoft.com/office/drawing/2014/main" xmlns:p14="http://schemas.microsoft.com/office/powerpoint/2010/main" xmlns:mc="http://schemas.openxmlformats.org/markup-compatibility/2006" xmlns:ma14="http://schemas.microsoft.com/office/mac/drawingml/2011/main" xmlns:a14="http://schemas.microsoft.com/office/drawing/2010/main" xmlns:m="http://schemas.openxmlformats.org/officeDocument/2006/math" val="1"/>
              </a:ext>
            </a:extLst>
          </p:spPr>
          <p:txBody>
            <a:bodyPr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err="1">
                  <a:latin typeface="Lexend SemiBold" pitchFamily="2" charset="77"/>
                  <a:cs typeface="Montserrat" panose="00000500000000000000" pitchFamily="2" charset="0"/>
                </a:rPr>
                <a:t>Dataprepper</a:t>
              </a:r>
              <a:endParaRPr lang="nl-NL" sz="2400" b="1" noProof="0" dirty="0">
                <a:latin typeface="Lexend SemiBold" pitchFamily="2" charset="77"/>
                <a:cs typeface="Montserrat" panose="00000500000000000000" pitchFamily="2" charset="0"/>
              </a:endParaRPr>
            </a:p>
          </p:txBody>
        </p:sp>
        <p:sp>
          <p:nvSpPr>
            <p:cNvPr id="6" name="Firstly we will do this">
              <a:extLst>
                <a:ext uri="{FF2B5EF4-FFF2-40B4-BE49-F238E27FC236}">
                  <a16:creationId xmlns:a16="http://schemas.microsoft.com/office/drawing/2014/main" id="{731415C4-06CF-E69E-7D7D-F729497C18D9}"/>
                </a:ext>
              </a:extLst>
            </p:cNvPr>
            <p:cNvSpPr txBox="1"/>
            <p:nvPr/>
          </p:nvSpPr>
          <p:spPr>
            <a:xfrm>
              <a:off x="9037493" y="2844361"/>
              <a:ext cx="2090256" cy="408255"/>
            </a:xfrm>
            <a:prstGeom prst="rect">
              <a:avLst/>
            </a:prstGeom>
            <a:ln w="12700">
              <a:miter lim="400000"/>
            </a:ln>
            <a:extLst>
              <a:ext uri="{C572A759-6A51-4108-AA02-DFA0A04FC94B}">
                <ma14:wrappingTextBoxFlag xmlns="" xmlns:a16="http://schemas.microsoft.com/office/drawing/2014/main" xmlns:p14="http://schemas.microsoft.com/office/powerpoint/2010/main" xmlns:mc="http://schemas.openxmlformats.org/markup-compatibility/2006" xmlns:ma14="http://schemas.microsoft.com/office/mac/drawingml/2011/main" xmlns:a14="http://schemas.microsoft.com/office/drawing/2010/main" xmlns:m="http://schemas.openxmlformats.org/officeDocument/2006/math"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a:lnSpc>
                  <a:spcPct val="120000"/>
                </a:lnSpc>
                <a:defRPr/>
              </a:pPr>
              <a:r>
                <a:rPr lang="nl-NL" sz="1200" noProof="0" dirty="0">
                  <a:latin typeface="Lexend Medium" pitchFamily="2" charset="77"/>
                  <a:cs typeface="Montserrat" panose="00000500000000000000" pitchFamily="2" charset="0"/>
                </a:rPr>
                <a:t>- </a:t>
              </a:r>
              <a:r>
                <a:rPr lang="nl-NL" sz="1600" noProof="0" dirty="0">
                  <a:latin typeface="Lexend Medium" pitchFamily="2" charset="77"/>
                  <a:cs typeface="Montserrat" panose="00000500000000000000" pitchFamily="2" charset="0"/>
                </a:rPr>
                <a:t>Installeren</a:t>
              </a:r>
            </a:p>
            <a:p>
              <a:pPr>
                <a:lnSpc>
                  <a:spcPct val="120000"/>
                </a:lnSpc>
                <a:defRPr/>
              </a:pPr>
              <a:r>
                <a:rPr lang="nl-NL" sz="1600" dirty="0">
                  <a:latin typeface="Lexend Medium" pitchFamily="2" charset="77"/>
                  <a:cs typeface="Montserrat" panose="00000500000000000000" pitchFamily="2" charset="0"/>
                </a:rPr>
                <a:t>- OpenTelemetry </a:t>
              </a:r>
              <a:r>
                <a:rPr lang="nl-NL" sz="1600" dirty="0" err="1">
                  <a:latin typeface="Lexend Medium" pitchFamily="2" charset="77"/>
                  <a:cs typeface="Montserrat" panose="00000500000000000000" pitchFamily="2" charset="0"/>
                </a:rPr>
                <a:t>aanlsuiten</a:t>
              </a:r>
              <a:r>
                <a:rPr lang="nl-NL" sz="1600" noProof="0" dirty="0">
                  <a:latin typeface="Lexend Medium" pitchFamily="2" charset="77"/>
                  <a:cs typeface="Montserrat" panose="00000500000000000000" pitchFamily="2" charset="0"/>
                </a:rPr>
                <a:t>.</a:t>
              </a:r>
            </a:p>
          </p:txBody>
        </p:sp>
      </p:grpSp>
      <p:grpSp>
        <p:nvGrpSpPr>
          <p:cNvPr id="12" name="Group 11">
            <a:extLst>
              <a:ext uri="{FF2B5EF4-FFF2-40B4-BE49-F238E27FC236}">
                <a16:creationId xmlns:a16="http://schemas.microsoft.com/office/drawing/2014/main" id="{FD6F2109-CB80-2C54-F5C3-A117682365A6}"/>
              </a:ext>
            </a:extLst>
          </p:cNvPr>
          <p:cNvGrpSpPr/>
          <p:nvPr/>
        </p:nvGrpSpPr>
        <p:grpSpPr>
          <a:xfrm>
            <a:off x="5316954" y="2924477"/>
            <a:ext cx="2950292" cy="1458245"/>
            <a:chOff x="9037493" y="2240154"/>
            <a:chExt cx="2090256" cy="967984"/>
          </a:xfrm>
        </p:grpSpPr>
        <p:sp>
          <p:nvSpPr>
            <p:cNvPr id="13" name="Oval 12">
              <a:extLst>
                <a:ext uri="{FF2B5EF4-FFF2-40B4-BE49-F238E27FC236}">
                  <a16:creationId xmlns:a16="http://schemas.microsoft.com/office/drawing/2014/main" id="{65A372B0-C69D-2EE6-8018-85C923E95339}"/>
                </a:ext>
              </a:extLst>
            </p:cNvPr>
            <p:cNvSpPr/>
            <p:nvPr/>
          </p:nvSpPr>
          <p:spPr>
            <a:xfrm>
              <a:off x="9037493" y="2240154"/>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14" name="2021">
              <a:extLst>
                <a:ext uri="{FF2B5EF4-FFF2-40B4-BE49-F238E27FC236}">
                  <a16:creationId xmlns:a16="http://schemas.microsoft.com/office/drawing/2014/main" id="{18A9B0A4-6986-C974-6209-436CE457462B}"/>
                </a:ext>
              </a:extLst>
            </p:cNvPr>
            <p:cNvSpPr txBox="1"/>
            <p:nvPr/>
          </p:nvSpPr>
          <p:spPr>
            <a:xfrm>
              <a:off x="9037494" y="2536480"/>
              <a:ext cx="1841020" cy="319638"/>
            </a:xfrm>
            <a:prstGeom prst="rect">
              <a:avLst/>
            </a:prstGeom>
            <a:ln w="12700">
              <a:miter lim="400000"/>
            </a:ln>
            <a:extLst>
              <a:ext uri="{C572A759-6A51-4108-AA02-DFA0A04FC94B}">
                <ma14:wrappingTextBoxFlag xmlns="" xmlns:a16="http://schemas.microsoft.com/office/drawing/2014/main" xmlns:p14="http://schemas.microsoft.com/office/powerpoint/2010/main" xmlns:mc="http://schemas.openxmlformats.org/markup-compatibility/2006" xmlns:ma14="http://schemas.microsoft.com/office/mac/drawingml/2011/main" xmlns:a14="http://schemas.microsoft.com/office/drawing/2010/main" xmlns:m="http://schemas.openxmlformats.org/officeDocument/2006/math" val="1"/>
              </a:ext>
            </a:extLst>
          </p:spPr>
          <p:txBody>
            <a:bodyPr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err="1">
                  <a:latin typeface="Lexend SemiBold" pitchFamily="2" charset="77"/>
                  <a:cs typeface="Montserrat" panose="00000500000000000000" pitchFamily="2" charset="0"/>
                </a:rPr>
                <a:t>Opentelemetry</a:t>
              </a:r>
              <a:endParaRPr lang="nl-NL" sz="2400" b="1" noProof="0" dirty="0">
                <a:latin typeface="Lexend SemiBold" pitchFamily="2" charset="77"/>
                <a:cs typeface="Montserrat" panose="00000500000000000000" pitchFamily="2" charset="0"/>
              </a:endParaRPr>
            </a:p>
          </p:txBody>
        </p:sp>
        <p:sp>
          <p:nvSpPr>
            <p:cNvPr id="15" name="Firstly we will do this">
              <a:extLst>
                <a:ext uri="{FF2B5EF4-FFF2-40B4-BE49-F238E27FC236}">
                  <a16:creationId xmlns:a16="http://schemas.microsoft.com/office/drawing/2014/main" id="{0BB17492-24E4-1825-79AC-32545FF5E851}"/>
                </a:ext>
              </a:extLst>
            </p:cNvPr>
            <p:cNvSpPr txBox="1"/>
            <p:nvPr/>
          </p:nvSpPr>
          <p:spPr>
            <a:xfrm>
              <a:off x="9037493" y="2844361"/>
              <a:ext cx="2090256" cy="363777"/>
            </a:xfrm>
            <a:prstGeom prst="rect">
              <a:avLst/>
            </a:prstGeom>
            <a:ln w="12700">
              <a:miter lim="400000"/>
            </a:ln>
            <a:extLst>
              <a:ext uri="{C572A759-6A51-4108-AA02-DFA0A04FC94B}">
                <ma14:wrappingTextBoxFlag xmlns="" xmlns:a16="http://schemas.microsoft.com/office/drawing/2014/main" xmlns:p14="http://schemas.microsoft.com/office/powerpoint/2010/main" xmlns:mc="http://schemas.openxmlformats.org/markup-compatibility/2006" xmlns:ma14="http://schemas.microsoft.com/office/mac/drawingml/2011/main" xmlns:a14="http://schemas.microsoft.com/office/drawing/2010/main" xmlns:m="http://schemas.openxmlformats.org/officeDocument/2006/math"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a:lnSpc>
                  <a:spcPct val="120000"/>
                </a:lnSpc>
                <a:defRPr/>
              </a:pPr>
              <a:r>
                <a:rPr lang="nl-NL" sz="1200" noProof="0" dirty="0">
                  <a:latin typeface="Lexend Medium" pitchFamily="2" charset="77"/>
                  <a:cs typeface="Montserrat" panose="00000500000000000000" pitchFamily="2" charset="0"/>
                </a:rPr>
                <a:t>- </a:t>
              </a:r>
              <a:r>
                <a:rPr lang="nl-NL" sz="1600" noProof="0" dirty="0">
                  <a:latin typeface="Lexend Medium" pitchFamily="2" charset="77"/>
                  <a:cs typeface="Montserrat" panose="00000500000000000000" pitchFamily="2" charset="0"/>
                </a:rPr>
                <a:t>Data verwerken</a:t>
              </a:r>
            </a:p>
            <a:p>
              <a:pPr marL="171450" indent="-171450">
                <a:lnSpc>
                  <a:spcPct val="120000"/>
                </a:lnSpc>
                <a:buFontTx/>
                <a:buChar char="-"/>
                <a:defRPr/>
              </a:pPr>
              <a:endParaRPr lang="nl-NL" sz="1200" noProof="0" dirty="0">
                <a:latin typeface="Lexend Medium" pitchFamily="2" charset="77"/>
                <a:cs typeface="Montserrat" panose="00000500000000000000" pitchFamily="2" charset="0"/>
              </a:endParaRPr>
            </a:p>
          </p:txBody>
        </p:sp>
      </p:grpSp>
      <p:cxnSp>
        <p:nvCxnSpPr>
          <p:cNvPr id="17" name="Straight Connector 16">
            <a:extLst>
              <a:ext uri="{FF2B5EF4-FFF2-40B4-BE49-F238E27FC236}">
                <a16:creationId xmlns:a16="http://schemas.microsoft.com/office/drawing/2014/main" id="{2EF40C9B-22EE-B5AC-6447-A908D2D08F5E}"/>
              </a:ext>
            </a:extLst>
          </p:cNvPr>
          <p:cNvCxnSpPr>
            <a:cxnSpLocks/>
            <a:stCxn id="13" idx="6"/>
            <a:endCxn id="4" idx="2"/>
          </p:cNvCxnSpPr>
          <p:nvPr/>
        </p:nvCxnSpPr>
        <p:spPr>
          <a:xfrm flipV="1">
            <a:off x="5646272" y="3095203"/>
            <a:ext cx="3148165" cy="5018"/>
          </a:xfrm>
          <a:prstGeom prst="line">
            <a:avLst/>
          </a:prstGeom>
          <a:ln w="38100" cmpd="sng">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106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wipe(left)">
                                      <p:cBhvr>
                                        <p:cTn id="7" dur="1000"/>
                                        <p:tgtEl>
                                          <p:spTgt spid="116"/>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vestor Presentation">
            <a:extLst>
              <a:ext uri="{FF2B5EF4-FFF2-40B4-BE49-F238E27FC236}">
                <a16:creationId xmlns:a16="http://schemas.microsoft.com/office/drawing/2014/main" id="{DC2577AF-E4DD-2809-31E5-A62687CBCD6A}"/>
              </a:ext>
            </a:extLst>
          </p:cNvPr>
          <p:cNvSpPr txBox="1"/>
          <p:nvPr/>
        </p:nvSpPr>
        <p:spPr>
          <a:xfrm>
            <a:off x="634834" y="2787966"/>
            <a:ext cx="10919156" cy="1282068"/>
          </a:xfrm>
          <a:prstGeom prst="rect">
            <a:avLst/>
          </a:prstGeom>
          <a:ln w="12700">
            <a:miter lim="400000"/>
          </a:ln>
          <a:extLst>
            <a:ext uri="{C572A759-6A51-4108-AA02-DFA0A04FC94B}">
              <ma14:wrappingTextBoxFlag xmlns:a16="http://schemas.microsoft.com/office/drawing/2014/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t">
            <a:spAutoFit/>
          </a:bodyPr>
          <a:lstStyle>
            <a:lvl1pPr>
              <a:lnSpc>
                <a:spcPct val="100000"/>
              </a:lnSpc>
              <a:defRPr sz="16000">
                <a:solidFill>
                  <a:srgbClr val="FFFFFF"/>
                </a:solidFill>
                <a:latin typeface="+mn-lt"/>
                <a:ea typeface="+mn-ea"/>
                <a:cs typeface="+mn-cs"/>
                <a:sym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7998" b="0" i="0" u="none" strike="noStrike" kern="1200" cap="none" spc="0" normalizeH="0" baseline="0" noProof="0" dirty="0">
                <a:ln>
                  <a:noFill/>
                </a:ln>
                <a:solidFill>
                  <a:srgbClr val="FFFFFF"/>
                </a:solidFill>
                <a:effectLst/>
                <a:uLnTx/>
                <a:uFillTx/>
                <a:latin typeface="Lexend SemiBold" pitchFamily="2" charset="77"/>
                <a:ea typeface="+mn-ea"/>
                <a:cs typeface="Montserrat" panose="00000500000000000000" pitchFamily="2" charset="0"/>
                <a:sym typeface="Montserrat" panose="00000500000000000000" pitchFamily="2" charset="0"/>
              </a:rPr>
              <a:t>Vragen?</a:t>
            </a:r>
          </a:p>
        </p:txBody>
      </p:sp>
    </p:spTree>
    <p:extLst>
      <p:ext uri="{BB962C8B-B14F-4D97-AF65-F5344CB8AC3E}">
        <p14:creationId xmlns:p14="http://schemas.microsoft.com/office/powerpoint/2010/main" val="109973076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2.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4.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7.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8.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9.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2.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3.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4.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meXio Light">
  <a:themeElements>
    <a:clrScheme name="AmeXio">
      <a:dk1>
        <a:srgbClr val="000000"/>
      </a:dk1>
      <a:lt1>
        <a:srgbClr val="FFFFFF"/>
      </a:lt1>
      <a:dk2>
        <a:srgbClr val="000000"/>
      </a:dk2>
      <a:lt2>
        <a:srgbClr val="FFFFFF"/>
      </a:lt2>
      <a:accent1>
        <a:srgbClr val="084771"/>
      </a:accent1>
      <a:accent2>
        <a:srgbClr val="D9E8F5"/>
      </a:accent2>
      <a:accent3>
        <a:srgbClr val="ED6C24"/>
      </a:accent3>
      <a:accent4>
        <a:srgbClr val="0A1C35"/>
      </a:accent4>
      <a:accent5>
        <a:srgbClr val="86ABD3"/>
      </a:accent5>
      <a:accent6>
        <a:srgbClr val="FFC155"/>
      </a:accent6>
      <a:hlink>
        <a:srgbClr val="EC6B23"/>
      </a:hlink>
      <a:folHlink>
        <a:srgbClr val="85ABD3"/>
      </a:folHlink>
    </a:clrScheme>
    <a:fontScheme name="Acolad">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600"/>
        </a:defPPr>
      </a:lstStyle>
    </a:txDef>
  </a:objectDefaults>
  <a:extraClrSchemeLst/>
  <a:extLst>
    <a:ext uri="{05A4C25C-085E-4340-85A3-A5531E510DB2}">
      <thm15:themeFamily xmlns:thm15="http://schemas.microsoft.com/office/thememl/2012/main" name="Presentation2" id="{5E8C6467-3FCF-45E2-823E-13D0C05D5583}" vid="{4BD5CE26-D102-4123-A983-D0D4390B1666}"/>
    </a:ext>
  </a:extLst>
</a:theme>
</file>

<file path=ppt/theme/theme3.xml><?xml version="1.0" encoding="utf-8"?>
<a:theme xmlns:a="http://schemas.openxmlformats.org/drawingml/2006/main" name="AmeXio Dark">
  <a:themeElements>
    <a:clrScheme name="AmeXio">
      <a:dk1>
        <a:srgbClr val="000000"/>
      </a:dk1>
      <a:lt1>
        <a:srgbClr val="FFFFFF"/>
      </a:lt1>
      <a:dk2>
        <a:srgbClr val="000000"/>
      </a:dk2>
      <a:lt2>
        <a:srgbClr val="FFFFFF"/>
      </a:lt2>
      <a:accent1>
        <a:srgbClr val="084771"/>
      </a:accent1>
      <a:accent2>
        <a:srgbClr val="D9E8F5"/>
      </a:accent2>
      <a:accent3>
        <a:srgbClr val="ED6C24"/>
      </a:accent3>
      <a:accent4>
        <a:srgbClr val="0A1C35"/>
      </a:accent4>
      <a:accent5>
        <a:srgbClr val="86ABD3"/>
      </a:accent5>
      <a:accent6>
        <a:srgbClr val="FFC155"/>
      </a:accent6>
      <a:hlink>
        <a:srgbClr val="EC6B23"/>
      </a:hlink>
      <a:folHlink>
        <a:srgbClr val="85ABD3"/>
      </a:folHlink>
    </a:clrScheme>
    <a:fontScheme name="Acolad">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600"/>
        </a:defPPr>
      </a:lstStyle>
    </a:txDef>
  </a:objectDefaults>
  <a:extraClrSchemeLst/>
  <a:extLst>
    <a:ext uri="{05A4C25C-085E-4340-85A3-A5531E510DB2}">
      <thm15:themeFamily xmlns:thm15="http://schemas.microsoft.com/office/thememl/2012/main" name="Presentation2" id="{5E8C6467-3FCF-45E2-823E-13D0C05D5583}" vid="{A6A3F37D-F7DE-4554-A0FE-9B8FD0B8E34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AmeXio">
    <a:dk1>
      <a:srgbClr val="000000"/>
    </a:dk1>
    <a:lt1>
      <a:srgbClr val="FFFFFF"/>
    </a:lt1>
    <a:dk2>
      <a:srgbClr val="000000"/>
    </a:dk2>
    <a:lt2>
      <a:srgbClr val="FFFFFF"/>
    </a:lt2>
    <a:accent1>
      <a:srgbClr val="084771"/>
    </a:accent1>
    <a:accent2>
      <a:srgbClr val="D9E8F5"/>
    </a:accent2>
    <a:accent3>
      <a:srgbClr val="ED6C24"/>
    </a:accent3>
    <a:accent4>
      <a:srgbClr val="0A1C35"/>
    </a:accent4>
    <a:accent5>
      <a:srgbClr val="86ABD3"/>
    </a:accent5>
    <a:accent6>
      <a:srgbClr val="FFC155"/>
    </a:accent6>
    <a:hlink>
      <a:srgbClr val="EC6B23"/>
    </a:hlink>
    <a:folHlink>
      <a:srgbClr val="85ABD3"/>
    </a:folHlink>
  </a:clrScheme>
</a:themeOverride>
</file>

<file path=ppt/theme/themeOverride2.xml><?xml version="1.0" encoding="utf-8"?>
<a:themeOverride xmlns:a="http://schemas.openxmlformats.org/drawingml/2006/main">
  <a:clrScheme name="AmeXio">
    <a:dk1>
      <a:srgbClr val="000000"/>
    </a:dk1>
    <a:lt1>
      <a:srgbClr val="FFFFFF"/>
    </a:lt1>
    <a:dk2>
      <a:srgbClr val="000000"/>
    </a:dk2>
    <a:lt2>
      <a:srgbClr val="FFFFFF"/>
    </a:lt2>
    <a:accent1>
      <a:srgbClr val="084771"/>
    </a:accent1>
    <a:accent2>
      <a:srgbClr val="D9E8F5"/>
    </a:accent2>
    <a:accent3>
      <a:srgbClr val="ED6C24"/>
    </a:accent3>
    <a:accent4>
      <a:srgbClr val="0A1C35"/>
    </a:accent4>
    <a:accent5>
      <a:srgbClr val="86ABD3"/>
    </a:accent5>
    <a:accent6>
      <a:srgbClr val="FFC155"/>
    </a:accent6>
    <a:hlink>
      <a:srgbClr val="EC6B23"/>
    </a:hlink>
    <a:folHlink>
      <a:srgbClr val="85ABD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1A271B3A088F4A89C1976303C8D5E8" ma:contentTypeVersion="9" ma:contentTypeDescription="Crée un document." ma:contentTypeScope="" ma:versionID="67f3e143820c11fa56e2433bed9253ee">
  <xsd:schema xmlns:xsd="http://www.w3.org/2001/XMLSchema" xmlns:xs="http://www.w3.org/2001/XMLSchema" xmlns:p="http://schemas.microsoft.com/office/2006/metadata/properties" xmlns:ns3="a45f2905-77ee-42bd-8228-49808a571fe5" targetNamespace="http://schemas.microsoft.com/office/2006/metadata/properties" ma:root="true" ma:fieldsID="4c5e0367a6c921998a88f5040935fa68" ns3:_="">
    <xsd:import namespace="a45f2905-77ee-42bd-8228-49808a571fe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5f2905-77ee-42bd-8228-49808a571fe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45f2905-77ee-42bd-8228-49808a571fe5" xsi:nil="true"/>
  </documentManagement>
</p:properties>
</file>

<file path=customXml/itemProps1.xml><?xml version="1.0" encoding="utf-8"?>
<ds:datastoreItem xmlns:ds="http://schemas.openxmlformats.org/officeDocument/2006/customXml" ds:itemID="{22F0200F-1B76-47D1-800D-3A4A3D53E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5f2905-77ee-42bd-8228-49808a571f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0B4A44-066C-4BF1-93A8-A8C84E187BA9}">
  <ds:schemaRefs>
    <ds:schemaRef ds:uri="http://schemas.microsoft.com/sharepoint/v3/contenttype/forms"/>
  </ds:schemaRefs>
</ds:datastoreItem>
</file>

<file path=customXml/itemProps3.xml><?xml version="1.0" encoding="utf-8"?>
<ds:datastoreItem xmlns:ds="http://schemas.openxmlformats.org/officeDocument/2006/customXml" ds:itemID="{289FD516-51B5-490D-973D-ECB69D157FE8}">
  <ds:schemaRefs>
    <ds:schemaRef ds:uri="http://www.w3.org/XML/1998/namespace"/>
    <ds:schemaRef ds:uri="http://purl.org/dc/dcmitype/"/>
    <ds:schemaRef ds:uri="http://schemas.microsoft.com/office/2006/metadata/properties"/>
    <ds:schemaRef ds:uri="http://schemas.openxmlformats.org/package/2006/metadata/core-properties"/>
    <ds:schemaRef ds:uri="a45f2905-77ee-42bd-8228-49808a571fe5"/>
    <ds:schemaRef ds:uri="http://schemas.microsoft.com/office/2006/documentManagement/types"/>
    <ds:schemaRef ds:uri="http://purl.org/dc/elements/1.1/"/>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1109</TotalTime>
  <Words>1495</Words>
  <Application>Microsoft Office PowerPoint</Application>
  <PresentationFormat>Widescreen</PresentationFormat>
  <Paragraphs>176</Paragraphs>
  <Slides>15</Slides>
  <Notes>15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15</vt:i4>
      </vt:variant>
    </vt:vector>
  </HeadingPairs>
  <TitlesOfParts>
    <vt:vector size="25" baseType="lpstr">
      <vt:lpstr>Aptos</vt:lpstr>
      <vt:lpstr>Aptos Display</vt:lpstr>
      <vt:lpstr>Arial</vt:lpstr>
      <vt:lpstr>Lexend Light</vt:lpstr>
      <vt:lpstr>Lexend Medium</vt:lpstr>
      <vt:lpstr>Lexend SemiBold</vt:lpstr>
      <vt:lpstr>Montserrat</vt:lpstr>
      <vt:lpstr>Office Theme</vt:lpstr>
      <vt:lpstr>AmeXio Light</vt:lpstr>
      <vt:lpstr>AmeXio Dark</vt:lpstr>
      <vt:lpstr>Delivery 4</vt:lpstr>
      <vt:lpstr>PowerPoint Presentation</vt:lpstr>
      <vt:lpstr>PowerPoint Presentation</vt:lpstr>
      <vt:lpstr>PowerPoint Presentation</vt:lpstr>
      <vt:lpstr>PowerPoint Presentation</vt:lpstr>
      <vt:lpstr>DEMO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Volgende sprint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Verkuijlen,Bram A.G.M.</dc:creator>
  <cp:lastModifiedBy>Bram Verkuijlen</cp:lastModifiedBy>
  <cp:revision>39</cp:revision>
  <dcterms:created xsi:type="dcterms:W3CDTF">2025-09-26T11:13:52Z</dcterms:created>
  <dcterms:modified xsi:type="dcterms:W3CDTF">2025-11-12T10:19:26Z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0x010100261A271B3A088F4A89C1976303C8D5E8</vt:lpwstr>
  </property>
</Properties>
</file>