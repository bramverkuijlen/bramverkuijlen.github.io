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Override1.xml" ContentType="application/vnd.openxmlformats-officedocument.themeOverr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4"/>
  </p:notesMasterIdLst>
  <p:handoutMasterIdLst>
    <p:handoutMasterId r:id="rId15"/>
  </p:handoutMasterIdLst>
  <p:sldIdLst>
    <p:sldId id="2147474062" r:id="rId5"/>
    <p:sldId id="2147474136" r:id="rId6"/>
    <p:sldId id="2147473845" r:id="rId7"/>
    <p:sldId id="2147473686" r:id="rId8"/>
    <p:sldId id="2147473670" r:id="rId9"/>
    <p:sldId id="2147474137" r:id="rId10"/>
    <p:sldId id="2147474138" r:id="rId11"/>
    <p:sldId id="2147473881" r:id="rId12"/>
    <p:sldId id="2147474007" r:id="rId1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D4B4C8-6056-39B2-EF67-FA682160A939}" name="Bram Verkuijlen" initials="BV" userId="S::Bram.Verkuijlen@amexiogroup.com::acf0c775-48c9-4a0f-bfad-3aeb65e5bb6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123DD6-6EA4-463B-BCCF-0F74B27662AA}" v="48" dt="2025-11-12T10:12:58.165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449" autoAdjust="0"/>
  </p:normalViewPr>
  <p:slideViewPr>
    <p:cSldViewPr snapToGrid="0">
      <p:cViewPr varScale="1">
        <p:scale>
          <a:sx n="89" d="100"/>
          <a:sy n="89" d="100"/>
        </p:scale>
        <p:origin x="29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57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AE3E03-DBB8-92B4-3D96-9F25F71DC0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B927DF-E6EF-6A53-ED01-5DFC3B28BD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BDBD2-7960-4DA4-842C-48249A8F2DD9}" type="datetimeFigureOut">
              <a:rPr lang="nl-NL" smtClean="0"/>
              <a:t>10-12-2025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7468FA-973C-0D87-9CA7-28EF281ABF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7F9CE-6F8D-6E62-B3A9-7DD66C5FFF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622E1-C1E2-4F4C-9FF3-50C8CBD795E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1796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65B01-4606-40AC-93E3-AD2387E162FF}" type="datetimeFigureOut">
              <a:rPr lang="en-NL" smtClean="0"/>
              <a:t>10/12/2025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9790-A626-4BEA-BF0F-DDF08C24D8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2667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BDF96-D5CA-4A74-A36D-818AC70E8BD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03F8E-137C-53E7-2076-7616A3529B0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E4C2D5F-2891-4042-8CB0-2122D05FC9AC}" type="datetime1">
              <a:rPr lang="en-US" smtClean="0"/>
              <a:t>12/10/2025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13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BDF96-D5CA-4A74-A36D-818AC70E8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22ECB-74EE-56A5-2940-069CF432013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61305A-1E83-EC46-98FE-CF49AB05A82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12/10/2025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546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BDF96-D5CA-4A74-A36D-818AC70E8BD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8A560-503A-8FE3-B774-5835D3AFC75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815A2FF-85A1-954C-B669-1109ADCA6D08}" type="datetime1">
              <a:rPr lang="en-US" smtClean="0"/>
              <a:t>12/10/2025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870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BDF96-D5CA-4A74-A36D-818AC70E8BD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93320-2261-7397-7C42-06C96B41997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87B61D6-8F94-484D-94E5-0832D9D4F6C7}" type="datetime1">
              <a:rPr lang="en-US" smtClean="0"/>
              <a:t>12/10/2025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769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938CA-A88B-481F-C387-06ED5C607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F0502-08A1-E196-9E56-857B4A39F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E22CA-0CAD-FAD6-3479-27A16020F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7D423-49A1-F6E4-CDAD-30C723DD8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BDF96-D5CA-4A74-A36D-818AC70E8BD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E9663-03BB-AAF5-DAEA-D68C9D3369B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87B61D6-8F94-484D-94E5-0832D9D4F6C7}" type="datetime1">
              <a:rPr lang="en-US" smtClean="0"/>
              <a:t>12/10/2025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500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207CA-15A4-22EA-F866-233E0440C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47F16-4156-B0C5-28DF-FEF06C0C8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D1586-1EA5-6367-7277-AF5244999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90D01-325E-7525-9E67-38568562D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BDF96-D5CA-4A74-A36D-818AC70E8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C7E23-78C5-BE1F-9201-970CE2913D0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61305A-1E83-EC46-98FE-CF49AB05A82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12/10/2025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73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BDF96-D5CA-4A74-A36D-818AC70E8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B31C-936E-F12E-5FBD-F135D73F01F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842E20-93AD-4A47-8051-E9B18DED25A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12/10/2025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357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Vragen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mij</a:t>
            </a:r>
            <a:r>
              <a:rPr lang="en-US" dirty="0"/>
              <a:t> via teams of op </a:t>
            </a:r>
            <a:r>
              <a:rPr lang="en-US" dirty="0" err="1"/>
              <a:t>kantoor</a:t>
            </a:r>
            <a:r>
              <a:rPr lang="en-US" dirty="0"/>
              <a:t> </a:t>
            </a:r>
            <a:r>
              <a:rPr lang="en-US" dirty="0" err="1"/>
              <a:t>gesteld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BDF96-D5CA-4A74-A36D-818AC70E8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ECD43-0538-E679-8DCF-B7F8AA293D4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AD0E16-2FF9-9543-B142-63A853B650E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12/10/2025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119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BB3D156-9B47-0514-A42D-089E70DDB8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965581"/>
            <a:ext cx="1051559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C1850-3B42-6DE4-C775-5A59E44986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301" y="1652587"/>
            <a:ext cx="10515599" cy="3204993"/>
          </a:xfrm>
          <a:prstGeom prst="rect">
            <a:avLst/>
          </a:prstGeom>
        </p:spPr>
        <p:txBody>
          <a:bodyPr lIns="0" rIns="0"/>
          <a:lstStyle>
            <a:lvl1pPr marL="177800" indent="-177800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1pPr>
            <a:lvl2pPr marL="357188" indent="-179388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2pPr>
            <a:lvl3pPr marL="536575" indent="-179388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3pPr>
            <a:lvl4pPr marL="714375" indent="-177800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4pPr>
            <a:lvl5pPr marL="893763" indent="-179388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EFA43-6817-7337-CF67-57950D39D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65125"/>
            <a:ext cx="10515600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515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329C7A-4B4D-DFD6-7940-EA4B4EF9E0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965581"/>
            <a:ext cx="1051559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51DFC1-D76F-91F1-67F2-398EC0F06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65125"/>
            <a:ext cx="10515600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4433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lumns 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51DFC1-D76F-91F1-67F2-398EC0F06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662587"/>
            <a:ext cx="10401300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0059C-6BE6-51F3-214B-BFC5D64184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300" y="2800562"/>
            <a:ext cx="10401300" cy="3866938"/>
          </a:xfrm>
          <a:prstGeom prst="rect">
            <a:avLst/>
          </a:prstGeom>
        </p:spPr>
        <p:txBody>
          <a:bodyPr lIns="0" rIns="0" numCol="2" spcCol="720000"/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3623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Sub Titles + 2 Columns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329C7A-4B4D-DFD6-7940-EA4B4EF9E0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2866098"/>
            <a:ext cx="482300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51DFC1-D76F-91F1-67F2-398EC0F06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662587"/>
            <a:ext cx="10515600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C9AA85-E4BD-6EC3-B832-EEAB4D00C6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4590" y="2866098"/>
            <a:ext cx="482300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FCFE9-0422-DEB2-5D5B-B2B0C5FDE3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300" y="3445772"/>
            <a:ext cx="4823010" cy="2905287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1DB9CAB-53E9-F7F7-1699-57A345CABC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4590" y="3445772"/>
            <a:ext cx="4823010" cy="2905287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6851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sclaimer-English (United States)">
            <a:extLst>
              <a:ext uri="{FF2B5EF4-FFF2-40B4-BE49-F238E27FC236}">
                <a16:creationId xmlns:a16="http://schemas.microsoft.com/office/drawing/2014/main" id="{35BA136D-9368-5546-B2BA-488E18CCE2A4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D4C0B8F-504D-4C88-64D0-FED6F18727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301" y="3644570"/>
            <a:ext cx="10496061" cy="26793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pc="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bg1"/>
                </a:solidFill>
              </a:defRPr>
            </a:lvl2pPr>
            <a:lvl3pPr marL="1005840" indent="0" algn="ctr">
              <a:buNone/>
              <a:defRPr>
                <a:solidFill>
                  <a:schemeClr val="bg1"/>
                </a:solidFill>
              </a:defRPr>
            </a:lvl3pPr>
            <a:lvl4pPr marL="1463040" indent="0" algn="ctr">
              <a:buNone/>
              <a:defRPr>
                <a:solidFill>
                  <a:schemeClr val="bg1"/>
                </a:solidFill>
              </a:defRPr>
            </a:lvl4pPr>
            <a:lvl5pPr marL="192024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short subtext. Delete if not needed.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F9CB2A-630F-353F-8C2A-93963ABC39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2305658"/>
            <a:ext cx="10496062" cy="1123342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marL="7938" indent="0" algn="l">
              <a:tabLst/>
              <a:defRPr lang="en-US" sz="4800" b="0" i="0" spc="-20">
                <a:solidFill>
                  <a:schemeClr val="tx1"/>
                </a:solidFill>
                <a:latin typeface="Lexend Medium" pitchFamily="2" charset="77"/>
                <a:ea typeface="Lexend Medium" pitchFamily="2" charset="77"/>
                <a:cs typeface="Lexend Medium" pitchFamily="2" charset="77"/>
              </a:defRPr>
            </a:lvl1pPr>
          </a:lstStyle>
          <a:p>
            <a:pPr lvl="0"/>
            <a:r>
              <a:rPr lang="en-US" dirty="0"/>
              <a:t>Section Divider – Capitalize Each Word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2541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ed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CE07814-D950-7C73-611F-12486C23F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54" y="3590835"/>
            <a:ext cx="6493891" cy="3631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pc="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bg1"/>
                </a:solidFill>
              </a:defRPr>
            </a:lvl2pPr>
            <a:lvl3pPr marL="1005840" indent="0" algn="ctr">
              <a:buNone/>
              <a:defRPr>
                <a:solidFill>
                  <a:schemeClr val="bg1"/>
                </a:solidFill>
              </a:defRPr>
            </a:lvl3pPr>
            <a:lvl4pPr marL="1463040" indent="0" algn="ctr">
              <a:buNone/>
              <a:defRPr>
                <a:solidFill>
                  <a:schemeClr val="bg1"/>
                </a:solidFill>
              </a:defRPr>
            </a:lvl4pPr>
            <a:lvl5pPr marL="192024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short subtext. Delete if not needed.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B0F071-6068-0153-5DF2-6959FBA61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7422" y="3080544"/>
            <a:ext cx="8417156" cy="51029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ctr">
              <a:defRPr lang="en-US" sz="4800" b="0" i="0" spc="-20">
                <a:solidFill>
                  <a:schemeClr val="tx1"/>
                </a:solidFill>
                <a:latin typeface="Lexend Medium" pitchFamily="2" charset="77"/>
                <a:ea typeface="Lexend Medium" pitchFamily="2" charset="77"/>
                <a:cs typeface="Lexend Medium" pitchFamily="2" charset="77"/>
              </a:defRPr>
            </a:lvl1pPr>
          </a:lstStyle>
          <a:p>
            <a:pPr lvl="0"/>
            <a:r>
              <a:rPr lang="en-US" dirty="0"/>
              <a:t>Section Divider – Capitalize Each Word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2997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20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ility Slides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47EAE3-8A4F-B426-ACF4-5137926360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38524" y="1638300"/>
            <a:ext cx="6814876" cy="5029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9525" indent="0" algn="l">
              <a:buNone/>
              <a:tabLst/>
              <a:defRPr sz="1400">
                <a:solidFill>
                  <a:schemeClr val="tx1"/>
                </a:solidFill>
              </a:defRPr>
            </a:lvl1pPr>
            <a:lvl2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2pPr>
            <a:lvl3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3pPr>
            <a:lvl4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4pPr>
            <a:lvl5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F983174-08FC-278E-1BD4-45862540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524" y="365125"/>
            <a:ext cx="9939076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14136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8FDD6D-50D0-DD04-BD81-0CB89C2838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89"/>
                    </a14:imgEffect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4" name="gradient">
            <a:extLst>
              <a:ext uri="{FF2B5EF4-FFF2-40B4-BE49-F238E27FC236}">
                <a16:creationId xmlns:a16="http://schemas.microsoft.com/office/drawing/2014/main" id="{B5942621-F5A1-2F94-AF1C-E9D24429E812}"/>
              </a:ext>
            </a:extLst>
          </p:cNvPr>
          <p:cNvSpPr/>
          <p:nvPr userDrawn="1"/>
        </p:nvSpPr>
        <p:spPr>
          <a:xfrm rot="5400000">
            <a:off x="2666998" y="-2666999"/>
            <a:ext cx="6858002" cy="12192002"/>
          </a:xfrm>
          <a:prstGeom prst="rect">
            <a:avLst/>
          </a:prstGeom>
          <a:gradFill flip="none" rotWithShape="1">
            <a:gsLst>
              <a:gs pos="30000">
                <a:schemeClr val="accent3">
                  <a:alpha val="30886"/>
                </a:schemeClr>
              </a:gs>
              <a:gs pos="1000">
                <a:schemeClr val="accent6">
                  <a:alpha val="35158"/>
                </a:schemeClr>
              </a:gs>
              <a:gs pos="96000">
                <a:schemeClr val="accent2">
                  <a:lumMod val="10000"/>
                </a:schemeClr>
              </a:gs>
              <a:gs pos="66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7248F529-6E74-DEA8-F5C5-88B7D88CD9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844" y="2217051"/>
            <a:ext cx="7537529" cy="1325563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000" b="1" i="0">
                <a:solidFill>
                  <a:schemeClr val="tx1"/>
                </a:solidFill>
                <a:latin typeface="Lexend SemiBold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A7EFE7C-C2D4-0E05-9369-036704ADE3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776" y="4340374"/>
            <a:ext cx="1728788" cy="27853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buNone/>
              <a:defRPr lang="en-US" sz="1100" b="0" i="0" spc="0" dirty="0" smtClean="0">
                <a:solidFill>
                  <a:schemeClr val="tx1"/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None/>
              <a:defRPr lang="en-US" sz="1100" dirty="0" smtClean="0">
                <a:solidFill>
                  <a:schemeClr val="bg1"/>
                </a:solidFill>
              </a:defRPr>
            </a:lvl2pPr>
            <a:lvl3pPr marL="685800" indent="0">
              <a:buNone/>
              <a:defRPr lang="en-US" sz="1100" dirty="0" smtClean="0">
                <a:solidFill>
                  <a:schemeClr val="bg1"/>
                </a:solidFill>
              </a:defRPr>
            </a:lvl3pPr>
            <a:lvl4pPr marL="1143000" indent="0">
              <a:buNone/>
              <a:defRPr lang="en-US" sz="1100" dirty="0" smtClean="0">
                <a:solidFill>
                  <a:schemeClr val="bg1"/>
                </a:solidFill>
              </a:defRPr>
            </a:lvl4pPr>
            <a:lvl5pPr marL="1600200" indent="0">
              <a:buNone/>
              <a:defRPr lang="en-US" sz="1100" dirty="0">
                <a:solidFill>
                  <a:schemeClr val="bg1"/>
                </a:solidFill>
              </a:defRPr>
            </a:lvl5pPr>
          </a:lstStyle>
          <a:p>
            <a:pPr marL="0" lvl="0"/>
            <a:r>
              <a:rPr lang="en-US" dirty="0"/>
              <a:t>Date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F6896D75-6287-21C1-DE94-9812524ACC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3559635"/>
            <a:ext cx="7537529" cy="39863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800" b="0" i="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2pPr>
            <a:lvl3pPr marL="6858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3pPr>
            <a:lvl4pPr marL="11430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4pPr>
            <a:lvl5pPr marL="1600200" indent="0">
              <a:buFontTx/>
              <a:buNone/>
              <a:defRPr lang="en-US" sz="1800" dirty="0">
                <a:solidFill>
                  <a:schemeClr val="bg1"/>
                </a:solidFill>
                <a:latin typeface="+mn-lt"/>
              </a:defRPr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F2C6EF7-FFFB-8C20-9A51-1D151028BD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63943" y="1205724"/>
            <a:ext cx="2447669" cy="50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3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8FDD6D-50D0-DD04-BD81-0CB89C2838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89"/>
                    </a14:imgEffect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4" name="gradient">
            <a:extLst>
              <a:ext uri="{FF2B5EF4-FFF2-40B4-BE49-F238E27FC236}">
                <a16:creationId xmlns:a16="http://schemas.microsoft.com/office/drawing/2014/main" id="{B5942621-F5A1-2F94-AF1C-E9D24429E812}"/>
              </a:ext>
            </a:extLst>
          </p:cNvPr>
          <p:cNvSpPr/>
          <p:nvPr userDrawn="1"/>
        </p:nvSpPr>
        <p:spPr>
          <a:xfrm rot="5400000">
            <a:off x="2666998" y="-2666999"/>
            <a:ext cx="6858002" cy="12192002"/>
          </a:xfrm>
          <a:prstGeom prst="rect">
            <a:avLst/>
          </a:prstGeom>
          <a:gradFill flip="none" rotWithShape="1">
            <a:gsLst>
              <a:gs pos="30000">
                <a:schemeClr val="accent3">
                  <a:alpha val="30886"/>
                </a:schemeClr>
              </a:gs>
              <a:gs pos="1000">
                <a:schemeClr val="accent6">
                  <a:alpha val="35158"/>
                </a:schemeClr>
              </a:gs>
              <a:gs pos="96000">
                <a:schemeClr val="accent2">
                  <a:lumMod val="10000"/>
                </a:schemeClr>
              </a:gs>
              <a:gs pos="66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7248F529-6E74-DEA8-F5C5-88B7D88CD9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844" y="2217051"/>
            <a:ext cx="7537529" cy="1325563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000" b="1" i="0">
                <a:solidFill>
                  <a:schemeClr val="tx1"/>
                </a:solidFill>
                <a:latin typeface="Lexend SemiBold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A7EFE7C-C2D4-0E05-9369-036704ADE3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776" y="4340374"/>
            <a:ext cx="1728788" cy="27853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buNone/>
              <a:defRPr lang="en-US" sz="1100" b="0" i="0" spc="0" dirty="0" smtClean="0">
                <a:solidFill>
                  <a:schemeClr val="tx1"/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None/>
              <a:defRPr lang="en-US" sz="1100" dirty="0" smtClean="0">
                <a:solidFill>
                  <a:schemeClr val="bg1"/>
                </a:solidFill>
              </a:defRPr>
            </a:lvl2pPr>
            <a:lvl3pPr marL="685800" indent="0">
              <a:buNone/>
              <a:defRPr lang="en-US" sz="1100" dirty="0" smtClean="0">
                <a:solidFill>
                  <a:schemeClr val="bg1"/>
                </a:solidFill>
              </a:defRPr>
            </a:lvl3pPr>
            <a:lvl4pPr marL="1143000" indent="0">
              <a:buNone/>
              <a:defRPr lang="en-US" sz="1100" dirty="0" smtClean="0">
                <a:solidFill>
                  <a:schemeClr val="bg1"/>
                </a:solidFill>
              </a:defRPr>
            </a:lvl4pPr>
            <a:lvl5pPr marL="1600200" indent="0">
              <a:buNone/>
              <a:defRPr lang="en-US" sz="1100" dirty="0">
                <a:solidFill>
                  <a:schemeClr val="bg1"/>
                </a:solidFill>
              </a:defRPr>
            </a:lvl5pPr>
          </a:lstStyle>
          <a:p>
            <a:pPr marL="0" lvl="0"/>
            <a:r>
              <a:rPr lang="en-US" dirty="0"/>
              <a:t>Date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F6896D75-6287-21C1-DE94-9812524ACC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3559635"/>
            <a:ext cx="7537529" cy="39863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800" b="0" i="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2pPr>
            <a:lvl3pPr marL="6858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3pPr>
            <a:lvl4pPr marL="11430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4pPr>
            <a:lvl5pPr marL="1600200" indent="0">
              <a:buFontTx/>
              <a:buNone/>
              <a:defRPr lang="en-US" sz="1800" dirty="0">
                <a:solidFill>
                  <a:schemeClr val="bg1"/>
                </a:solidFill>
                <a:latin typeface="+mn-lt"/>
              </a:defRPr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F2C6EF7-FFFB-8C20-9A51-1D151028BD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63943" y="1205724"/>
            <a:ext cx="2447669" cy="50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4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02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microsoft.com/office/2007/relationships/hdphoto" Target="../media/hdphoto2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2">
                <a:lumMod val="92000"/>
                <a:lumOff val="8000"/>
              </a:schemeClr>
            </a:gs>
            <a:gs pos="0">
              <a:schemeClr val="accent1"/>
            </a:gs>
            <a:gs pos="98000">
              <a:schemeClr val="accent1">
                <a:lumMod val="5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white lines on a black background&#10;&#10;Description automatically generated">
            <a:extLst>
              <a:ext uri="{FF2B5EF4-FFF2-40B4-BE49-F238E27FC236}">
                <a16:creationId xmlns:a16="http://schemas.microsoft.com/office/drawing/2014/main" id="{965C87A4-1B43-8B8C-4A6D-14E83C072BF7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14" cstate="screen">
            <a:alphaModFix amt="34000"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5723844" flipH="1">
            <a:off x="8200647" y="2502809"/>
            <a:ext cx="6929829" cy="199696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F29EE8C-1111-1914-510B-89BF593B2E44}"/>
              </a:ext>
            </a:extLst>
          </p:cNvPr>
          <p:cNvGrpSpPr/>
          <p:nvPr userDrawn="1"/>
        </p:nvGrpSpPr>
        <p:grpSpPr>
          <a:xfrm>
            <a:off x="9308381" y="0"/>
            <a:ext cx="2883619" cy="6858418"/>
            <a:chOff x="9308381" y="0"/>
            <a:chExt cx="2883619" cy="6858418"/>
          </a:xfrm>
        </p:grpSpPr>
        <p:pic>
          <p:nvPicPr>
            <p:cNvPr id="15" name="Graphic 9">
              <a:extLst>
                <a:ext uri="{FF2B5EF4-FFF2-40B4-BE49-F238E27FC236}">
                  <a16:creationId xmlns:a16="http://schemas.microsoft.com/office/drawing/2014/main" id="{CF60B33A-1BBB-E147-3104-9D84182A897A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16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308381" y="0"/>
              <a:ext cx="2883619" cy="6858418"/>
            </a:xfrm>
            <a:prstGeom prst="rect">
              <a:avLst/>
            </a:prstGeom>
          </p:spPr>
        </p:pic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977B9CEE-0BB4-191D-2130-61443CECBC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11516400" y="128909"/>
              <a:ext cx="298323" cy="298323"/>
            </a:xfrm>
            <a:prstGeom prst="rect">
              <a:avLst/>
            </a:prstGeom>
          </p:spPr>
        </p:pic>
      </p:grpSp>
      <p:sp>
        <p:nvSpPr>
          <p:cNvPr id="4" name="Disclaimer-English (United States)">
            <a:extLst>
              <a:ext uri="{FF2B5EF4-FFF2-40B4-BE49-F238E27FC236}">
                <a16:creationId xmlns:a16="http://schemas.microsoft.com/office/drawing/2014/main" id="{4967612C-8E7D-9533-40CB-B02510C5F5EB}"/>
              </a:ext>
            </a:extLst>
          </p:cNvPr>
          <p:cNvSpPr>
            <a:spLocks noChangeArrowheads="1"/>
          </p:cNvSpPr>
          <p:nvPr userDrawn="1">
            <p:custDataLst>
              <p:tags r:id="rId13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accent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accent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0483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60" r:id="rId10"/>
    <p:sldLayoutId id="2147483682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spc="-50" baseline="0">
          <a:solidFill>
            <a:schemeClr val="bg2"/>
          </a:solidFill>
          <a:latin typeface="Lexend Medium" pitchFamily="2" charset="77"/>
          <a:ea typeface="+mj-ea"/>
          <a:cs typeface="+mj-cs"/>
        </a:defRPr>
      </a:lvl1pPr>
    </p:titleStyle>
    <p:bodyStyle>
      <a:lvl1pPr marL="228600" indent="-137160" algn="l" defTabSz="914400" rtl="0" eaLnBrk="1" latinLnBrk="0" hangingPunct="1">
        <a:lnSpc>
          <a:spcPct val="120000"/>
        </a:lnSpc>
        <a:spcBef>
          <a:spcPts val="10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1pPr>
      <a:lvl2pPr marL="6858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2pPr>
      <a:lvl3pPr marL="11430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3pPr>
      <a:lvl4pPr marL="16002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4pPr>
      <a:lvl5pPr marL="20574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96">
          <p15:clr>
            <a:srgbClr val="F26B43"/>
          </p15:clr>
        </p15:guide>
        <p15:guide id="4" pos="7584">
          <p15:clr>
            <a:srgbClr val="F26B43"/>
          </p15:clr>
        </p15:guide>
        <p15:guide id="5" orient="horz" pos="4200">
          <p15:clr>
            <a:srgbClr val="F26B43"/>
          </p15:clr>
        </p15:guide>
        <p15:guide id="6" orient="horz" pos="96">
          <p15:clr>
            <a:srgbClr val="F26B43"/>
          </p15:clr>
        </p15:guide>
        <p15:guide id="7" pos="7104">
          <p15:clr>
            <a:srgbClr val="F26B43"/>
          </p15:clr>
        </p15:guide>
        <p15:guide id="8" pos="5712">
          <p15:clr>
            <a:srgbClr val="F26B43"/>
          </p15:clr>
        </p15:guide>
        <p15:guide id="9" pos="1968">
          <p15:clr>
            <a:srgbClr val="F26B43"/>
          </p15:clr>
        </p15:guide>
        <p15:guide id="10" pos="2544">
          <p15:clr>
            <a:srgbClr val="F26B43"/>
          </p15:clr>
        </p15:guide>
        <p15:guide id="11" pos="5136">
          <p15:clr>
            <a:srgbClr val="F26B43"/>
          </p15:clr>
        </p15:guide>
        <p15:guide id="12" orient="horz" pos="1032">
          <p15:clr>
            <a:srgbClr val="F26B43"/>
          </p15:clr>
        </p15:guide>
        <p15:guide id="13" pos="5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3.png"/><Relationship Id="rId5" Type="http://schemas.microsoft.com/office/2007/relationships/hdphoto" Target="../media/hdphoto4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microsoft.com/office/2007/relationships/hdphoto" Target="../media/hdphoto4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40AEC9A1-D2A3-DFA5-E804-EA9A435FB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gradient">
            <a:extLst>
              <a:ext uri="{FF2B5EF4-FFF2-40B4-BE49-F238E27FC236}">
                <a16:creationId xmlns:a16="http://schemas.microsoft.com/office/drawing/2014/main" id="{BC8EEC05-9D52-11B8-FCD7-CBC77592FF2F}"/>
              </a:ext>
            </a:extLst>
          </p:cNvPr>
          <p:cNvSpPr/>
          <p:nvPr/>
        </p:nvSpPr>
        <p:spPr>
          <a:xfrm rot="5400000">
            <a:off x="2667001" y="-2666998"/>
            <a:ext cx="6858001" cy="1219200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722"/>
                  <a:lumMod val="94218"/>
                  <a:lumOff val="5782"/>
                </a:schemeClr>
              </a:gs>
              <a:gs pos="33000">
                <a:schemeClr val="accent3">
                  <a:alpha val="30886"/>
                </a:schemeClr>
              </a:gs>
              <a:gs pos="20000">
                <a:schemeClr val="accent6">
                  <a:alpha val="23000"/>
                </a:schemeClr>
              </a:gs>
              <a:gs pos="71000">
                <a:schemeClr val="accent1">
                  <a:lumMod val="91095"/>
                  <a:lumOff val="8905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553CA01-36CC-BE49-BCE0-F566C27A2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30" y="2217051"/>
            <a:ext cx="7537529" cy="1325563"/>
          </a:xfrm>
        </p:spPr>
        <p:txBody>
          <a:bodyPr/>
          <a:lstStyle/>
          <a:p>
            <a:r>
              <a:rPr lang="en-US" dirty="0"/>
              <a:t>Delivery 6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547AF9D-5F1F-FA4E-A464-AAF796499B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3559635"/>
            <a:ext cx="7537529" cy="402546"/>
          </a:xfrm>
        </p:spPr>
        <p:txBody>
          <a:bodyPr/>
          <a:lstStyle/>
          <a:p>
            <a:r>
              <a:rPr lang="en-US" b="1" dirty="0"/>
              <a:t>Metrics, X-Day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Documentatie</a:t>
            </a:r>
            <a:endParaRPr lang="en-US" b="1" dirty="0"/>
          </a:p>
        </p:txBody>
      </p:sp>
      <p:pic>
        <p:nvPicPr>
          <p:cNvPr id="2" name="Graphic 4">
            <a:extLst>
              <a:ext uri="{FF2B5EF4-FFF2-40B4-BE49-F238E27FC236}">
                <a16:creationId xmlns:a16="http://schemas.microsoft.com/office/drawing/2014/main" id="{79FCD6BC-467B-45B1-2DEB-9FA98EE40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8003" y="1459305"/>
            <a:ext cx="2422254" cy="68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61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F39572C-F98C-9867-7BC9-EF1BE9954090}"/>
              </a:ext>
            </a:extLst>
          </p:cNvPr>
          <p:cNvGrpSpPr/>
          <p:nvPr/>
        </p:nvGrpSpPr>
        <p:grpSpPr>
          <a:xfrm>
            <a:off x="838200" y="2012427"/>
            <a:ext cx="5549012" cy="789946"/>
            <a:chOff x="838200" y="1744798"/>
            <a:chExt cx="5101611" cy="789946"/>
          </a:xfrm>
        </p:grpSpPr>
        <p:sp>
          <p:nvSpPr>
            <p:cNvPr id="4" name="Executive summary">
              <a:extLst>
                <a:ext uri="{FF2B5EF4-FFF2-40B4-BE49-F238E27FC236}">
                  <a16:creationId xmlns:a16="http://schemas.microsoft.com/office/drawing/2014/main" id="{59452445-6A86-2EB8-DBF9-7A64B3B4CA5C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lvl="0">
                <a:defRPr/>
              </a:pPr>
              <a:r>
                <a:rPr lang="nl-NL" sz="2400" dirty="0">
                  <a:solidFill>
                    <a:srgbClr val="FFFFFF"/>
                  </a:solidFill>
                  <a:latin typeface="Lexend Medium"/>
                  <a:ea typeface="+mn-lt"/>
                  <a:cs typeface="+mn-lt"/>
                </a:rPr>
                <a:t>Metrics uit…</a:t>
              </a:r>
              <a:endParaRPr lang="nl-NL" sz="2400" dirty="0">
                <a:solidFill>
                  <a:srgbClr val="FFFFFF"/>
                </a:solidFill>
                <a:latin typeface="Lexend Medium"/>
              </a:endParaRPr>
            </a:p>
          </p:txBody>
        </p:sp>
        <p:sp>
          <p:nvSpPr>
            <p:cNvPr id="5" name="01">
              <a:extLst>
                <a:ext uri="{FF2B5EF4-FFF2-40B4-BE49-F238E27FC236}">
                  <a16:creationId xmlns:a16="http://schemas.microsoft.com/office/drawing/2014/main" id="{E44C57EC-D238-7C2F-A47F-3A7C88A6FD25}"/>
                </a:ext>
              </a:extLst>
            </p:cNvPr>
            <p:cNvSpPr txBox="1"/>
            <p:nvPr/>
          </p:nvSpPr>
          <p:spPr>
            <a:xfrm>
              <a:off x="838200" y="1744798"/>
              <a:ext cx="378441" cy="7899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86ABD3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66DE157-14B0-D782-CA3A-D0205501F9E6}"/>
              </a:ext>
            </a:extLst>
          </p:cNvPr>
          <p:cNvGrpSpPr/>
          <p:nvPr/>
        </p:nvGrpSpPr>
        <p:grpSpPr>
          <a:xfrm>
            <a:off x="838200" y="2592290"/>
            <a:ext cx="5549012" cy="789946"/>
            <a:chOff x="838200" y="1744798"/>
            <a:chExt cx="5101611" cy="789946"/>
          </a:xfrm>
        </p:grpSpPr>
        <p:sp>
          <p:nvSpPr>
            <p:cNvPr id="24" name="Executive summary">
              <a:extLst>
                <a:ext uri="{FF2B5EF4-FFF2-40B4-BE49-F238E27FC236}">
                  <a16:creationId xmlns:a16="http://schemas.microsoft.com/office/drawing/2014/main" id="{DCFDCC29-6515-BC76-6228-D8FC1EC288F4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lvl="0">
                <a:defRPr/>
              </a:pPr>
              <a:r>
                <a:rPr lang="nl-NL" sz="2400" dirty="0">
                  <a:solidFill>
                    <a:srgbClr val="FFFFFF"/>
                  </a:solidFill>
                  <a:latin typeface="Lexend Medium"/>
                  <a:ea typeface="+mn-lt"/>
                  <a:cs typeface="+mn-lt"/>
                </a:rPr>
                <a:t>X-Day</a:t>
              </a:r>
              <a:endParaRPr lang="nl-NL" sz="2400" dirty="0">
                <a:solidFill>
                  <a:srgbClr val="FFFFFF"/>
                </a:solidFill>
                <a:latin typeface="Lexend Medium"/>
              </a:endParaRPr>
            </a:p>
          </p:txBody>
        </p:sp>
        <p:sp>
          <p:nvSpPr>
            <p:cNvPr id="25" name="01">
              <a:extLst>
                <a:ext uri="{FF2B5EF4-FFF2-40B4-BE49-F238E27FC236}">
                  <a16:creationId xmlns:a16="http://schemas.microsoft.com/office/drawing/2014/main" id="{E5DE833A-B7DC-DE50-22E6-EFE87951E658}"/>
                </a:ext>
              </a:extLst>
            </p:cNvPr>
            <p:cNvSpPr txBox="1"/>
            <p:nvPr/>
          </p:nvSpPr>
          <p:spPr>
            <a:xfrm>
              <a:off x="838200" y="1744798"/>
              <a:ext cx="378441" cy="7899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D9E8F5">
                      <a:lumMod val="75000"/>
                    </a:srgbClr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A96BDE-3ADF-9A00-2C01-6F666A2DB399}"/>
              </a:ext>
            </a:extLst>
          </p:cNvPr>
          <p:cNvGrpSpPr/>
          <p:nvPr/>
        </p:nvGrpSpPr>
        <p:grpSpPr>
          <a:xfrm>
            <a:off x="838200" y="3216758"/>
            <a:ext cx="5549012" cy="789946"/>
            <a:chOff x="838200" y="1744798"/>
            <a:chExt cx="5101611" cy="789946"/>
          </a:xfrm>
        </p:grpSpPr>
        <p:sp>
          <p:nvSpPr>
            <p:cNvPr id="27" name="Executive summary">
              <a:extLst>
                <a:ext uri="{FF2B5EF4-FFF2-40B4-BE49-F238E27FC236}">
                  <a16:creationId xmlns:a16="http://schemas.microsoft.com/office/drawing/2014/main" id="{F129838E-9027-6B36-6F5B-E899F1A29F7D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/>
                  <a:ea typeface="+mn-lt"/>
                  <a:cs typeface="+mn-lt"/>
                  <a:sym typeface="Montserrat" panose="00000500000000000000" pitchFamily="2" charset="0"/>
                </a:rPr>
                <a:t>Authenticatie API Metrics</a:t>
              </a:r>
              <a:endPara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Medium"/>
                <a:ea typeface="+mn-ea"/>
                <a:cs typeface="+mn-cs"/>
                <a:sym typeface="Montserrat" panose="00000500000000000000" pitchFamily="2" charset="0"/>
              </a:endParaRPr>
            </a:p>
          </p:txBody>
        </p:sp>
        <p:sp>
          <p:nvSpPr>
            <p:cNvPr id="28" name="01">
              <a:extLst>
                <a:ext uri="{FF2B5EF4-FFF2-40B4-BE49-F238E27FC236}">
                  <a16:creationId xmlns:a16="http://schemas.microsoft.com/office/drawing/2014/main" id="{512C6DBA-BF04-7382-46D1-3457511A4906}"/>
                </a:ext>
              </a:extLst>
            </p:cNvPr>
            <p:cNvSpPr txBox="1"/>
            <p:nvPr/>
          </p:nvSpPr>
          <p:spPr>
            <a:xfrm>
              <a:off x="838200" y="1744798"/>
              <a:ext cx="378441" cy="7899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D9E8F5">
                      <a:lumMod val="75000"/>
                    </a:srgbClr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BF9071-5BB5-A3F2-F1BA-1C98F7C10458}"/>
              </a:ext>
            </a:extLst>
          </p:cNvPr>
          <p:cNvGrpSpPr/>
          <p:nvPr/>
        </p:nvGrpSpPr>
        <p:grpSpPr>
          <a:xfrm>
            <a:off x="838200" y="3807773"/>
            <a:ext cx="5549012" cy="789946"/>
            <a:chOff x="838200" y="1744798"/>
            <a:chExt cx="5101611" cy="789946"/>
          </a:xfrm>
        </p:grpSpPr>
        <p:sp>
          <p:nvSpPr>
            <p:cNvPr id="30" name="Executive summary">
              <a:extLst>
                <a:ext uri="{FF2B5EF4-FFF2-40B4-BE49-F238E27FC236}">
                  <a16:creationId xmlns:a16="http://schemas.microsoft.com/office/drawing/2014/main" id="{EA66D309-FAED-4A92-E2F7-91F12F4CAA9E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lvl="0">
                <a:defRPr/>
              </a:pPr>
              <a:r>
                <a:rPr lang="nl-NL" sz="2400" dirty="0">
                  <a:solidFill>
                    <a:srgbClr val="FFFFFF"/>
                  </a:solidFill>
                  <a:latin typeface="Lexend Medium"/>
                </a:rPr>
                <a:t>Documentatie</a:t>
              </a:r>
            </a:p>
          </p:txBody>
        </p:sp>
        <p:sp>
          <p:nvSpPr>
            <p:cNvPr id="31" name="01">
              <a:extLst>
                <a:ext uri="{FF2B5EF4-FFF2-40B4-BE49-F238E27FC236}">
                  <a16:creationId xmlns:a16="http://schemas.microsoft.com/office/drawing/2014/main" id="{7D4C6E1A-99DF-F94F-A1CD-07616149A093}"/>
                </a:ext>
              </a:extLst>
            </p:cNvPr>
            <p:cNvSpPr txBox="1"/>
            <p:nvPr/>
          </p:nvSpPr>
          <p:spPr>
            <a:xfrm>
              <a:off x="838200" y="1744798"/>
              <a:ext cx="378441" cy="7899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D9E8F5">
                      <a:lumMod val="75000"/>
                    </a:srgbClr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04</a:t>
              </a:r>
            </a:p>
          </p:txBody>
        </p:sp>
      </p:grpSp>
      <p:sp>
        <p:nvSpPr>
          <p:cNvPr id="2" name="Disclaimer-English (United States)">
            <a:extLst>
              <a:ext uri="{FF2B5EF4-FFF2-40B4-BE49-F238E27FC236}">
                <a16:creationId xmlns:a16="http://schemas.microsoft.com/office/drawing/2014/main" id="{A5FF3E12-C53B-01DB-4E82-47126B77ED5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8048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A852C8-1DAB-6641-A0E8-01E5234DCC82}" type="slidenum">
              <a:rPr kumimoji="0" lang="nl-NL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pPr marL="0" marR="0" lvl="0" indent="0" algn="ctr" defTabSz="804863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8" name="Title 19">
            <a:extLst>
              <a:ext uri="{FF2B5EF4-FFF2-40B4-BE49-F238E27FC236}">
                <a16:creationId xmlns:a16="http://schemas.microsoft.com/office/drawing/2014/main" id="{3AFB538F-F8A9-5F42-C671-0B862371DF52}"/>
              </a:ext>
            </a:extLst>
          </p:cNvPr>
          <p:cNvSpPr txBox="1">
            <a:spLocks/>
          </p:cNvSpPr>
          <p:nvPr/>
        </p:nvSpPr>
        <p:spPr>
          <a:xfrm>
            <a:off x="838200" y="851734"/>
            <a:ext cx="5257800" cy="870761"/>
          </a:xfrm>
          <a:prstGeom prst="rect">
            <a:avLst/>
          </a:prstGeom>
        </p:spPr>
        <p:txBody>
          <a:bodyPr lIns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-50" baseline="0">
                <a:solidFill>
                  <a:schemeClr val="bg2"/>
                </a:solidFill>
                <a:latin typeface="Lexend Medium" pitchFamily="2" charset="77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0" b="1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exend Medium" pitchFamily="2" charset="77"/>
                <a:ea typeface="+mj-ea"/>
                <a:cs typeface="+mj-cs"/>
              </a:rPr>
              <a:t>Agenda</a:t>
            </a:r>
          </a:p>
        </p:txBody>
      </p:sp>
      <p:pic>
        <p:nvPicPr>
          <p:cNvPr id="11" name="Graphic 9">
            <a:extLst>
              <a:ext uri="{FF2B5EF4-FFF2-40B4-BE49-F238E27FC236}">
                <a16:creationId xmlns:a16="http://schemas.microsoft.com/office/drawing/2014/main" id="{640E3E42-36C5-D5CD-5754-1466CE624D1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08381" y="0"/>
            <a:ext cx="2883619" cy="6858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194C765-5D01-131D-E337-8C030108452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516400" y="128909"/>
            <a:ext cx="298323" cy="29832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BBD7EC35-1CEB-7FBB-707E-FB6881779D5C}"/>
              </a:ext>
            </a:extLst>
          </p:cNvPr>
          <p:cNvGrpSpPr/>
          <p:nvPr/>
        </p:nvGrpSpPr>
        <p:grpSpPr>
          <a:xfrm>
            <a:off x="838200" y="4498661"/>
            <a:ext cx="5549012" cy="494255"/>
            <a:chOff x="838200" y="1855823"/>
            <a:chExt cx="5101611" cy="494255"/>
          </a:xfrm>
        </p:grpSpPr>
        <p:sp>
          <p:nvSpPr>
            <p:cNvPr id="19" name="Executive summary">
              <a:extLst>
                <a:ext uri="{FF2B5EF4-FFF2-40B4-BE49-F238E27FC236}">
                  <a16:creationId xmlns:a16="http://schemas.microsoft.com/office/drawing/2014/main" id="{2F308B35-989A-D601-0C53-E6D0BBDD0D61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lvl="0">
                <a:defRPr/>
              </a:pPr>
              <a:r>
                <a:rPr lang="nl-NL" sz="2400" dirty="0">
                  <a:solidFill>
                    <a:srgbClr val="FFFFFF"/>
                  </a:solidFill>
                  <a:latin typeface="Lexend Medium"/>
                </a:rPr>
                <a:t>Volgende Sprint</a:t>
              </a:r>
            </a:p>
          </p:txBody>
        </p:sp>
        <p:sp>
          <p:nvSpPr>
            <p:cNvPr id="20" name="01">
              <a:extLst>
                <a:ext uri="{FF2B5EF4-FFF2-40B4-BE49-F238E27FC236}">
                  <a16:creationId xmlns:a16="http://schemas.microsoft.com/office/drawing/2014/main" id="{4E7C825F-364D-42A3-BFF3-2C2D4BFCCDC5}"/>
                </a:ext>
              </a:extLst>
            </p:cNvPr>
            <p:cNvSpPr txBox="1"/>
            <p:nvPr/>
          </p:nvSpPr>
          <p:spPr>
            <a:xfrm>
              <a:off x="838200" y="1929464"/>
              <a:ext cx="378441" cy="42061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D9E8F5">
                      <a:lumMod val="75000"/>
                    </a:srgbClr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05</a:t>
              </a:r>
            </a:p>
          </p:txBody>
        </p:sp>
      </p:grpSp>
      <p:pic>
        <p:nvPicPr>
          <p:cNvPr id="32" name="Picture 31" descr="A computer screen with graphs and papers&#10;&#10;AI-generated content may be incorrect.">
            <a:extLst>
              <a:ext uri="{FF2B5EF4-FFF2-40B4-BE49-F238E27FC236}">
                <a16:creationId xmlns:a16="http://schemas.microsoft.com/office/drawing/2014/main" id="{CFA85FDC-B9A7-0C13-D3CB-F4EC092E2D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7" t="-411" r="14172" b="411"/>
          <a:stretch>
            <a:fillRect/>
          </a:stretch>
        </p:blipFill>
        <p:spPr>
          <a:xfrm>
            <a:off x="5486400" y="-28277"/>
            <a:ext cx="6705600" cy="688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6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>
            <a:extLst>
              <a:ext uri="{FF2B5EF4-FFF2-40B4-BE49-F238E27FC236}">
                <a16:creationId xmlns:a16="http://schemas.microsoft.com/office/drawing/2014/main" id="{438E7758-7532-EE9E-EB52-D4352EEA768E}"/>
              </a:ext>
            </a:extLst>
          </p:cNvPr>
          <p:cNvSpPr/>
          <p:nvPr/>
        </p:nvSpPr>
        <p:spPr>
          <a:xfrm>
            <a:off x="4740174" y="3566572"/>
            <a:ext cx="3090026" cy="3036600"/>
          </a:xfrm>
          <a:prstGeom prst="roundRect">
            <a:avLst>
              <a:gd name="adj" fmla="val 9524"/>
            </a:avLst>
          </a:prstGeom>
          <a:solidFill>
            <a:schemeClr val="accent1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dirty="0">
              <a:solidFill>
                <a:srgbClr val="FFFFFF"/>
              </a:solidFill>
              <a:latin typeface="Lexend SemiBold" pitchFamily="2" charset="77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4" name="Rounded Rectangle">
            <a:extLst>
              <a:ext uri="{FF2B5EF4-FFF2-40B4-BE49-F238E27FC236}">
                <a16:creationId xmlns:a16="http://schemas.microsoft.com/office/drawing/2014/main" id="{3777EE82-8DFD-A001-43BD-44E9771F62D8}"/>
              </a:ext>
            </a:extLst>
          </p:cNvPr>
          <p:cNvSpPr/>
          <p:nvPr/>
        </p:nvSpPr>
        <p:spPr>
          <a:xfrm>
            <a:off x="8034679" y="3566572"/>
            <a:ext cx="3090026" cy="3036600"/>
          </a:xfrm>
          <a:prstGeom prst="roundRect">
            <a:avLst>
              <a:gd name="adj" fmla="val 9524"/>
            </a:avLst>
          </a:prstGeom>
          <a:solidFill>
            <a:schemeClr val="accent1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dirty="0">
              <a:solidFill>
                <a:srgbClr val="FFFFFF"/>
              </a:solidFill>
              <a:latin typeface="Lexend SemiBold" pitchFamily="2" charset="77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C322948C-453E-801A-271E-E191A727A2A7}"/>
              </a:ext>
            </a:extLst>
          </p:cNvPr>
          <p:cNvSpPr/>
          <p:nvPr/>
        </p:nvSpPr>
        <p:spPr>
          <a:xfrm>
            <a:off x="4740174" y="367862"/>
            <a:ext cx="3090026" cy="3036600"/>
          </a:xfrm>
          <a:prstGeom prst="roundRect">
            <a:avLst>
              <a:gd name="adj" fmla="val 9524"/>
            </a:avLst>
          </a:prstGeom>
          <a:solidFill>
            <a:schemeClr val="accent1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dirty="0">
              <a:solidFill>
                <a:schemeClr val="tx2"/>
              </a:solidFill>
              <a:latin typeface="Lexend SemiBold" pitchFamily="2" charset="77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D1CA9670-7581-7DFD-B436-AC842506AE05}"/>
              </a:ext>
            </a:extLst>
          </p:cNvPr>
          <p:cNvSpPr/>
          <p:nvPr/>
        </p:nvSpPr>
        <p:spPr>
          <a:xfrm>
            <a:off x="8034679" y="367862"/>
            <a:ext cx="3090026" cy="3036600"/>
          </a:xfrm>
          <a:prstGeom prst="roundRect">
            <a:avLst>
              <a:gd name="adj" fmla="val 9524"/>
            </a:avLst>
          </a:prstGeom>
          <a:solidFill>
            <a:schemeClr val="accent1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dirty="0">
              <a:solidFill>
                <a:schemeClr val="tx2"/>
              </a:solidFill>
              <a:latin typeface="Lexend SemiBold" pitchFamily="2" charset="77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1" name="Rounded Rectangle">
            <a:extLst>
              <a:ext uri="{FF2B5EF4-FFF2-40B4-BE49-F238E27FC236}">
                <a16:creationId xmlns:a16="http://schemas.microsoft.com/office/drawing/2014/main" id="{3EF973BA-0D95-FAF0-A5C1-18683B3FAAB5}"/>
              </a:ext>
            </a:extLst>
          </p:cNvPr>
          <p:cNvSpPr/>
          <p:nvPr/>
        </p:nvSpPr>
        <p:spPr>
          <a:xfrm>
            <a:off x="758429" y="367861"/>
            <a:ext cx="3777266" cy="6235311"/>
          </a:xfrm>
          <a:prstGeom prst="roundRect">
            <a:avLst>
              <a:gd name="adj" fmla="val 6723"/>
            </a:avLst>
          </a:prstGeom>
          <a:solidFill>
            <a:schemeClr val="accent2">
              <a:lumMod val="25000"/>
            </a:schemeClr>
          </a:solidFill>
          <a:ln w="19050">
            <a:noFill/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dirty="0">
              <a:solidFill>
                <a:schemeClr val="bg1"/>
              </a:solidFill>
              <a:latin typeface="Lexend SemiBold" pitchFamily="2" charset="77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2CBD693-22A3-1122-456C-F8D20CD4AE5F}"/>
              </a:ext>
            </a:extLst>
          </p:cNvPr>
          <p:cNvSpPr txBox="1">
            <a:spLocks/>
          </p:cNvSpPr>
          <p:nvPr/>
        </p:nvSpPr>
        <p:spPr>
          <a:xfrm>
            <a:off x="1117169" y="2782569"/>
            <a:ext cx="3029607" cy="8707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spc="-50" baseline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2"/>
                </a:solidFill>
                <a:latin typeface="Lexend SemiBold" pitchFamily="2" charset="77"/>
              </a:rPr>
              <a:t>Metrics </a:t>
            </a:r>
            <a:r>
              <a:rPr lang="en-US" sz="3600" dirty="0" err="1">
                <a:solidFill>
                  <a:schemeClr val="tx2"/>
                </a:solidFill>
                <a:latin typeface="Lexend SemiBold" pitchFamily="2" charset="77"/>
              </a:rPr>
              <a:t>uit</a:t>
            </a:r>
            <a:r>
              <a:rPr lang="en-US" sz="3600" dirty="0">
                <a:solidFill>
                  <a:schemeClr val="tx2"/>
                </a:solidFill>
                <a:latin typeface="Lexend SemiBold" pitchFamily="2" charset="77"/>
              </a:rPr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B8BC46-799A-D867-64BE-AA680260AD0D}"/>
              </a:ext>
            </a:extLst>
          </p:cNvPr>
          <p:cNvSpPr txBox="1"/>
          <p:nvPr/>
        </p:nvSpPr>
        <p:spPr>
          <a:xfrm>
            <a:off x="5004425" y="1210691"/>
            <a:ext cx="2501736" cy="55399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Lexend SemiBold" pitchFamily="2" charset="77"/>
              </a:rPr>
              <a:t>Logs</a:t>
            </a:r>
          </a:p>
          <a:p>
            <a:endParaRPr lang="en-US" b="1" dirty="0">
              <a:solidFill>
                <a:schemeClr val="tx2"/>
              </a:solidFill>
              <a:latin typeface="Lexend SemiBold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DA72C-04F4-98E9-05C1-9AE1B32E74D0}"/>
              </a:ext>
            </a:extLst>
          </p:cNvPr>
          <p:cNvSpPr txBox="1"/>
          <p:nvPr/>
        </p:nvSpPr>
        <p:spPr>
          <a:xfrm>
            <a:off x="5004423" y="1845815"/>
            <a:ext cx="2671449" cy="11546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Lexend Medium" pitchFamily="2" charset="77"/>
                <a:ea typeface="+mn-lt"/>
                <a:cs typeface="+mn-lt"/>
              </a:rPr>
              <a:t>OpenTelemetry</a:t>
            </a:r>
          </a:p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 err="1">
                <a:solidFill>
                  <a:schemeClr val="tx2"/>
                </a:solidFill>
                <a:latin typeface="Lexend Medium" pitchFamily="2" charset="77"/>
                <a:ea typeface="+mn-lt"/>
                <a:cs typeface="+mn-lt"/>
              </a:rPr>
              <a:t>Signaltometrics</a:t>
            </a:r>
            <a:r>
              <a:rPr lang="en-US" sz="1600" dirty="0">
                <a:solidFill>
                  <a:schemeClr val="tx2"/>
                </a:solidFill>
                <a:latin typeface="Lexend Medium" pitchFamily="2" charset="77"/>
                <a:ea typeface="+mn-lt"/>
                <a:cs typeface="+mn-lt"/>
              </a:rPr>
              <a:t> Connector</a:t>
            </a:r>
          </a:p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Lexend Medium" pitchFamily="2" charset="77"/>
                <a:ea typeface="+mn-lt"/>
                <a:cs typeface="+mn-lt"/>
              </a:rPr>
              <a:t>Web Client Timing Logs</a:t>
            </a:r>
          </a:p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Lexend Medium" pitchFamily="2" charset="77"/>
                <a:ea typeface="+mn-lt"/>
                <a:cs typeface="+mn-lt"/>
              </a:rPr>
              <a:t>Timings van </a:t>
            </a:r>
            <a:r>
              <a:rPr lang="en-US" sz="1600" dirty="0" err="1">
                <a:solidFill>
                  <a:schemeClr val="tx2"/>
                </a:solidFill>
                <a:latin typeface="Lexend Medium" pitchFamily="2" charset="77"/>
                <a:ea typeface="+mn-lt"/>
                <a:cs typeface="+mn-lt"/>
              </a:rPr>
              <a:t>Functies</a:t>
            </a:r>
            <a:endParaRPr lang="en-US" sz="1600" dirty="0">
              <a:solidFill>
                <a:schemeClr val="tx2"/>
              </a:solidFill>
              <a:latin typeface="Lexend Medium" pitchFamily="2" charset="77"/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F6EC18-830C-2A1A-8493-7E9A548A9599}"/>
              </a:ext>
            </a:extLst>
          </p:cNvPr>
          <p:cNvSpPr txBox="1"/>
          <p:nvPr/>
        </p:nvSpPr>
        <p:spPr>
          <a:xfrm>
            <a:off x="8432077" y="1210691"/>
            <a:ext cx="2930021" cy="55399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Lexend SemiBold" pitchFamily="2" charset="77"/>
              </a:rPr>
              <a:t>Host</a:t>
            </a:r>
          </a:p>
          <a:p>
            <a:endParaRPr lang="en-US" b="1" dirty="0">
              <a:solidFill>
                <a:schemeClr val="tx2"/>
              </a:solidFill>
              <a:latin typeface="Lexend SemiBold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A6665E-5174-2454-3661-EFAC7ADDF216}"/>
              </a:ext>
            </a:extLst>
          </p:cNvPr>
          <p:cNvSpPr txBox="1"/>
          <p:nvPr/>
        </p:nvSpPr>
        <p:spPr>
          <a:xfrm>
            <a:off x="5004423" y="4466552"/>
            <a:ext cx="2501736" cy="55399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Lexend SemiBold" pitchFamily="2" charset="77"/>
              </a:rPr>
              <a:t>API</a:t>
            </a:r>
          </a:p>
          <a:p>
            <a:r>
              <a:rPr lang="en-US" b="1" dirty="0">
                <a:solidFill>
                  <a:schemeClr val="tx2"/>
                </a:solidFill>
                <a:latin typeface="Lexend SemiBold" pitchFamily="2" charset="77"/>
              </a:rPr>
              <a:t>(Performance)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50FE4C-0FAE-4909-E1A5-9C97B1C91207}"/>
              </a:ext>
            </a:extLst>
          </p:cNvPr>
          <p:cNvSpPr txBox="1"/>
          <p:nvPr/>
        </p:nvSpPr>
        <p:spPr>
          <a:xfrm>
            <a:off x="5004422" y="5112922"/>
            <a:ext cx="2671449" cy="11546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Lexend Medium" pitchFamily="2" charset="77"/>
              </a:rPr>
              <a:t>OpenTelemetry</a:t>
            </a:r>
          </a:p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 err="1">
                <a:solidFill>
                  <a:schemeClr val="tx2"/>
                </a:solidFill>
                <a:latin typeface="Lexend Medium" pitchFamily="2" charset="77"/>
              </a:rPr>
              <a:t>Httpcheck</a:t>
            </a:r>
            <a:endParaRPr lang="en-US" sz="1600" dirty="0">
              <a:solidFill>
                <a:schemeClr val="tx2"/>
              </a:solidFill>
              <a:latin typeface="Lexend Medium" pitchFamily="2" charset="77"/>
            </a:endParaRPr>
          </a:p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Lexend Medium" pitchFamily="2" charset="77"/>
              </a:rPr>
              <a:t>Api/v1/ping</a:t>
            </a:r>
          </a:p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Lexend Medium" pitchFamily="2" charset="77"/>
              </a:rPr>
              <a:t>Timings van calls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C34C23-FCB7-A5D7-C1D6-84531516C19E}"/>
              </a:ext>
            </a:extLst>
          </p:cNvPr>
          <p:cNvSpPr txBox="1"/>
          <p:nvPr/>
        </p:nvSpPr>
        <p:spPr>
          <a:xfrm>
            <a:off x="8432077" y="4466552"/>
            <a:ext cx="2501736" cy="55399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Lexend SemiBold" pitchFamily="2" charset="77"/>
              </a:rPr>
              <a:t>API</a:t>
            </a:r>
          </a:p>
          <a:p>
            <a:r>
              <a:rPr lang="en-US" b="1" dirty="0">
                <a:solidFill>
                  <a:schemeClr val="tx2"/>
                </a:solidFill>
                <a:latin typeface="Lexend SemiBold" pitchFamily="2" charset="77"/>
              </a:rPr>
              <a:t>(Business)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50F7A-70AE-9E59-7A40-FB1FA7ABE5C2}"/>
              </a:ext>
            </a:extLst>
          </p:cNvPr>
          <p:cNvSpPr txBox="1"/>
          <p:nvPr/>
        </p:nvSpPr>
        <p:spPr>
          <a:xfrm>
            <a:off x="8430785" y="5112922"/>
            <a:ext cx="2663187" cy="11546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Lexend Medium" pitchFamily="2" charset="77"/>
              </a:rPr>
              <a:t>Prometheus</a:t>
            </a:r>
          </a:p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 err="1">
                <a:solidFill>
                  <a:schemeClr val="tx2"/>
                </a:solidFill>
                <a:latin typeface="Lexend Medium" pitchFamily="2" charset="77"/>
              </a:rPr>
              <a:t>JsonExport</a:t>
            </a:r>
            <a:endParaRPr lang="en-US" sz="1600" dirty="0">
              <a:solidFill>
                <a:schemeClr val="tx2"/>
              </a:solidFill>
              <a:latin typeface="Lexend Medium" pitchFamily="2" charset="77"/>
            </a:endParaRPr>
          </a:p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Lexend Medium" pitchFamily="2" charset="77"/>
              </a:rPr>
              <a:t>Api/v1/ping</a:t>
            </a:r>
          </a:p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Lexend Medium" pitchFamily="2" charset="77"/>
              </a:rPr>
              <a:t>Build </a:t>
            </a:r>
            <a:r>
              <a:rPr lang="en-US" sz="1600" dirty="0" err="1">
                <a:solidFill>
                  <a:schemeClr val="tx2"/>
                </a:solidFill>
                <a:latin typeface="Lexend Medium" pitchFamily="2" charset="77"/>
              </a:rPr>
              <a:t>versie</a:t>
            </a:r>
            <a:endParaRPr lang="en-US" sz="1600" dirty="0">
              <a:solidFill>
                <a:schemeClr val="tx2"/>
              </a:solidFill>
              <a:latin typeface="Lexend Medium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7556FC-0F41-D699-C0C2-E6C99EA7FB08}"/>
              </a:ext>
            </a:extLst>
          </p:cNvPr>
          <p:cNvSpPr txBox="1"/>
          <p:nvPr/>
        </p:nvSpPr>
        <p:spPr>
          <a:xfrm>
            <a:off x="8430785" y="1845815"/>
            <a:ext cx="2663187" cy="11546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OpenTelemetry</a:t>
            </a:r>
          </a:p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 err="1">
                <a:solidFill>
                  <a:schemeClr val="tx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Hostmetrics</a:t>
            </a:r>
            <a:r>
              <a:rPr lang="en-US" sz="1600" dirty="0">
                <a:solidFill>
                  <a:schemeClr val="tx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 receiver</a:t>
            </a:r>
          </a:p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Windows Host</a:t>
            </a:r>
          </a:p>
          <a:p>
            <a:pPr marL="171450" indent="-171450">
              <a:lnSpc>
                <a:spcPct val="120000"/>
              </a:lnSpc>
              <a:buFont typeface="Montserrat" panose="00000500000000000000" pitchFamily="2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Memory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22FA251-4397-B569-F79F-5F36A894235C}"/>
              </a:ext>
            </a:extLst>
          </p:cNvPr>
          <p:cNvGrpSpPr/>
          <p:nvPr/>
        </p:nvGrpSpPr>
        <p:grpSpPr>
          <a:xfrm>
            <a:off x="8430785" y="531014"/>
            <a:ext cx="487715" cy="487715"/>
            <a:chOff x="8430785" y="1261427"/>
            <a:chExt cx="738665" cy="738665"/>
          </a:xfrm>
          <a:solidFill>
            <a:schemeClr val="accent4">
              <a:lumMod val="25000"/>
              <a:lumOff val="75000"/>
            </a:schemeClr>
          </a:solidFill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2227574C-C41D-E44C-B261-C31256CB5D4D}"/>
                </a:ext>
              </a:extLst>
            </p:cNvPr>
            <p:cNvSpPr/>
            <p:nvPr/>
          </p:nvSpPr>
          <p:spPr>
            <a:xfrm>
              <a:off x="8430785" y="1261427"/>
              <a:ext cx="738665" cy="73866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exend Medium" pitchFamily="2" charset="77"/>
              </a:endParaRP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843173BE-24FF-E58A-24B1-E6AFEBFAD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571517" y="1402901"/>
              <a:ext cx="457200" cy="4572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74A1D8-D1BB-9B6F-56BE-EA4D3BED4506}"/>
              </a:ext>
            </a:extLst>
          </p:cNvPr>
          <p:cNvGrpSpPr/>
          <p:nvPr/>
        </p:nvGrpSpPr>
        <p:grpSpPr>
          <a:xfrm>
            <a:off x="8430785" y="3779211"/>
            <a:ext cx="487715" cy="487715"/>
            <a:chOff x="8430785" y="1261427"/>
            <a:chExt cx="738665" cy="738665"/>
          </a:xfrm>
          <a:solidFill>
            <a:schemeClr val="accent4">
              <a:lumMod val="25000"/>
              <a:lumOff val="75000"/>
            </a:schemeClr>
          </a:solidFill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BE42AF7B-524B-0890-BACF-42387C3EF35C}"/>
                </a:ext>
              </a:extLst>
            </p:cNvPr>
            <p:cNvSpPr/>
            <p:nvPr/>
          </p:nvSpPr>
          <p:spPr>
            <a:xfrm>
              <a:off x="8430785" y="1261427"/>
              <a:ext cx="738665" cy="73866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exend Medium" pitchFamily="2" charset="77"/>
              </a:endParaRP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46E765A2-8404-C62A-8A58-F9E7B5AE8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571516" y="1402900"/>
              <a:ext cx="457199" cy="457199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DE07D45-3929-003A-601A-C515A032D08A}"/>
              </a:ext>
            </a:extLst>
          </p:cNvPr>
          <p:cNvGrpSpPr/>
          <p:nvPr/>
        </p:nvGrpSpPr>
        <p:grpSpPr>
          <a:xfrm>
            <a:off x="4998685" y="531014"/>
            <a:ext cx="487715" cy="487715"/>
            <a:chOff x="8430785" y="1261427"/>
            <a:chExt cx="738665" cy="738665"/>
          </a:xfrm>
          <a:solidFill>
            <a:schemeClr val="accent4">
              <a:lumMod val="25000"/>
              <a:lumOff val="75000"/>
            </a:schemeClr>
          </a:solidFill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71C1EA2C-4C6B-5A78-2E75-4D040029D14B}"/>
                </a:ext>
              </a:extLst>
            </p:cNvPr>
            <p:cNvSpPr/>
            <p:nvPr/>
          </p:nvSpPr>
          <p:spPr>
            <a:xfrm>
              <a:off x="8430785" y="1261427"/>
              <a:ext cx="738665" cy="73866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exend Medium" pitchFamily="2" charset="77"/>
              </a:endParaRPr>
            </a:p>
          </p:txBody>
        </p:sp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42C0D564-1979-C2D9-177D-7F1C76E7A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587434" y="1402900"/>
              <a:ext cx="457199" cy="45719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F0DD794-784E-B436-7D3D-6B2C4AA91947}"/>
              </a:ext>
            </a:extLst>
          </p:cNvPr>
          <p:cNvGrpSpPr/>
          <p:nvPr/>
        </p:nvGrpSpPr>
        <p:grpSpPr>
          <a:xfrm>
            <a:off x="4998685" y="3779211"/>
            <a:ext cx="487715" cy="487715"/>
            <a:chOff x="8430785" y="1261427"/>
            <a:chExt cx="738665" cy="738665"/>
          </a:xfrm>
          <a:solidFill>
            <a:schemeClr val="accent4">
              <a:lumMod val="25000"/>
              <a:lumOff val="75000"/>
            </a:schemeClr>
          </a:solidFill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50FDD2B2-916C-845D-C57C-879E21B13A64}"/>
                </a:ext>
              </a:extLst>
            </p:cNvPr>
            <p:cNvSpPr/>
            <p:nvPr/>
          </p:nvSpPr>
          <p:spPr>
            <a:xfrm>
              <a:off x="8430785" y="1261427"/>
              <a:ext cx="738665" cy="73866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exend Medium" pitchFamily="2" charset="77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12C66134-7698-2225-76C2-939DA752C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8571516" y="1402900"/>
              <a:ext cx="457199" cy="457199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0A727E5-2148-C88D-A25A-EDF3ACE44703}"/>
              </a:ext>
            </a:extLst>
          </p:cNvPr>
          <p:cNvGrpSpPr/>
          <p:nvPr/>
        </p:nvGrpSpPr>
        <p:grpSpPr>
          <a:xfrm>
            <a:off x="4998683" y="515050"/>
            <a:ext cx="487715" cy="491303"/>
            <a:chOff x="-2516866" y="494750"/>
            <a:chExt cx="487715" cy="49130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3769147-99D9-3A70-CEBA-AB0540134039}"/>
                </a:ext>
              </a:extLst>
            </p:cNvPr>
            <p:cNvSpPr/>
            <p:nvPr/>
          </p:nvSpPr>
          <p:spPr>
            <a:xfrm>
              <a:off x="-2516866" y="494750"/>
              <a:ext cx="487715" cy="49130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pic>
          <p:nvPicPr>
            <p:cNvPr id="16" name="Graphic 15" descr="Document outline">
              <a:extLst>
                <a:ext uri="{FF2B5EF4-FFF2-40B4-BE49-F238E27FC236}">
                  <a16:creationId xmlns:a16="http://schemas.microsoft.com/office/drawing/2014/main" id="{BCE229B7-C82C-E5ED-3BDE-E81CABCD3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2482396" y="531014"/>
              <a:ext cx="418774" cy="418774"/>
            </a:xfrm>
            <a:prstGeom prst="rect">
              <a:avLst/>
            </a:prstGeom>
          </p:spPr>
        </p:pic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349B20EF-8716-9D35-A5E1-9081AF07EFD5}"/>
              </a:ext>
            </a:extLst>
          </p:cNvPr>
          <p:cNvSpPr/>
          <p:nvPr/>
        </p:nvSpPr>
        <p:spPr>
          <a:xfrm>
            <a:off x="8430783" y="3775623"/>
            <a:ext cx="487715" cy="49130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DCB1D3F-3AB5-DED5-A3B7-ED7CACD2861C}"/>
              </a:ext>
            </a:extLst>
          </p:cNvPr>
          <p:cNvGrpSpPr/>
          <p:nvPr/>
        </p:nvGrpSpPr>
        <p:grpSpPr>
          <a:xfrm>
            <a:off x="8430783" y="538881"/>
            <a:ext cx="487715" cy="491303"/>
            <a:chOff x="-2516866" y="1203538"/>
            <a:chExt cx="487715" cy="491303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E2F2750-4B34-6B7A-558E-A95ACF327857}"/>
                </a:ext>
              </a:extLst>
            </p:cNvPr>
            <p:cNvSpPr/>
            <p:nvPr/>
          </p:nvSpPr>
          <p:spPr>
            <a:xfrm>
              <a:off x="-2516866" y="1203538"/>
              <a:ext cx="487715" cy="49130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pic>
          <p:nvPicPr>
            <p:cNvPr id="45" name="Graphic 44" descr="Monitor with solid fill">
              <a:extLst>
                <a:ext uri="{FF2B5EF4-FFF2-40B4-BE49-F238E27FC236}">
                  <a16:creationId xmlns:a16="http://schemas.microsoft.com/office/drawing/2014/main" id="{D10AC3EA-31A6-5492-346F-C23818AEC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2475402" y="1267575"/>
              <a:ext cx="405514" cy="405514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BA92392-1D71-EAE1-D4DC-A39A30C866B2}"/>
              </a:ext>
            </a:extLst>
          </p:cNvPr>
          <p:cNvGrpSpPr/>
          <p:nvPr/>
        </p:nvGrpSpPr>
        <p:grpSpPr>
          <a:xfrm>
            <a:off x="4998682" y="3755988"/>
            <a:ext cx="487715" cy="491303"/>
            <a:chOff x="-2516866" y="2056850"/>
            <a:chExt cx="487715" cy="491303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9AF0C3A-04F3-D4D9-5E51-7E421D50FA25}"/>
                </a:ext>
              </a:extLst>
            </p:cNvPr>
            <p:cNvSpPr/>
            <p:nvPr/>
          </p:nvSpPr>
          <p:spPr>
            <a:xfrm>
              <a:off x="-2516866" y="2056850"/>
              <a:ext cx="487715" cy="49130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pic>
          <p:nvPicPr>
            <p:cNvPr id="49" name="Graphic 48" descr="Gauge with solid fill">
              <a:extLst>
                <a:ext uri="{FF2B5EF4-FFF2-40B4-BE49-F238E27FC236}">
                  <a16:creationId xmlns:a16="http://schemas.microsoft.com/office/drawing/2014/main" id="{F1E1CEC8-10FA-63EC-F911-72F296A16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2475402" y="2056850"/>
              <a:ext cx="407689" cy="407689"/>
            </a:xfrm>
            <a:prstGeom prst="rect">
              <a:avLst/>
            </a:prstGeom>
          </p:spPr>
        </p:pic>
      </p:grpSp>
      <p:pic>
        <p:nvPicPr>
          <p:cNvPr id="52" name="Graphic 51" descr="Gantt Chart outline">
            <a:extLst>
              <a:ext uri="{FF2B5EF4-FFF2-40B4-BE49-F238E27FC236}">
                <a16:creationId xmlns:a16="http://schemas.microsoft.com/office/drawing/2014/main" id="{A6F4F624-04E4-CB4E-7A92-56643C88F6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62613" y="3809247"/>
            <a:ext cx="424054" cy="4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8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3D91DE8C-E8A7-B8AD-B73B-15FEBE6F1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062"/>
            <a:ext cx="10515600" cy="600456"/>
          </a:xfrm>
          <a:prstGeom prst="rect">
            <a:avLst/>
          </a:prstGeom>
        </p:spPr>
        <p:txBody>
          <a:bodyPr rIns="0">
            <a:normAutofit fontScale="90000"/>
          </a:bodyPr>
          <a:lstStyle/>
          <a:p>
            <a:r>
              <a:rPr lang="en-US" sz="4000" b="1" dirty="0">
                <a:latin typeface="Lexend SemiBold" pitchFamily="2" charset="77"/>
              </a:rPr>
              <a:t>X-Day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3CFBF685-39F2-3193-3526-8260E51DB208}"/>
              </a:ext>
            </a:extLst>
          </p:cNvPr>
          <p:cNvSpPr/>
          <p:nvPr/>
        </p:nvSpPr>
        <p:spPr>
          <a:xfrm>
            <a:off x="3495674" y="1684365"/>
            <a:ext cx="8570987" cy="4537908"/>
          </a:xfrm>
          <a:prstGeom prst="roundRect">
            <a:avLst>
              <a:gd name="adj" fmla="val 4878"/>
            </a:avLst>
          </a:prstGeom>
          <a:solidFill>
            <a:schemeClr val="accent4">
              <a:alpha val="7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kern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pic>
        <p:nvPicPr>
          <p:cNvPr id="14" name="Picture 13" descr="A diagram of a diagram&#10;&#10;AI-generated content may be incorrect.">
            <a:extLst>
              <a:ext uri="{FF2B5EF4-FFF2-40B4-BE49-F238E27FC236}">
                <a16:creationId xmlns:a16="http://schemas.microsoft.com/office/drawing/2014/main" id="{9A01419F-E77F-3532-6EBC-7531F823A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013" y="1926725"/>
            <a:ext cx="8353425" cy="405318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AFF31B5-FB1D-E225-8A0E-7F0F88A84F77}"/>
              </a:ext>
            </a:extLst>
          </p:cNvPr>
          <p:cNvGrpSpPr/>
          <p:nvPr/>
        </p:nvGrpSpPr>
        <p:grpSpPr>
          <a:xfrm>
            <a:off x="236611" y="2540661"/>
            <a:ext cx="5549012" cy="789946"/>
            <a:chOff x="838200" y="1744798"/>
            <a:chExt cx="5101611" cy="789946"/>
          </a:xfrm>
        </p:grpSpPr>
        <p:sp>
          <p:nvSpPr>
            <p:cNvPr id="17" name="Executive summary">
              <a:extLst>
                <a:ext uri="{FF2B5EF4-FFF2-40B4-BE49-F238E27FC236}">
                  <a16:creationId xmlns:a16="http://schemas.microsoft.com/office/drawing/2014/main" id="{7E6E86FD-21C6-77FD-838F-A6F2DE9BD1AD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lvl="0">
                <a:defRPr/>
              </a:pPr>
              <a:r>
                <a:rPr lang="nl-NL" sz="2400" dirty="0">
                  <a:solidFill>
                    <a:srgbClr val="FFFFFF"/>
                  </a:solidFill>
                  <a:latin typeface="Lexend Medium"/>
                  <a:ea typeface="+mn-lt"/>
                  <a:cs typeface="+mn-lt"/>
                </a:rPr>
                <a:t>Prometheus</a:t>
              </a:r>
              <a:endParaRPr lang="nl-NL" sz="2400" dirty="0">
                <a:solidFill>
                  <a:srgbClr val="FFFFFF"/>
                </a:solidFill>
                <a:latin typeface="Lexend Medium"/>
              </a:endParaRPr>
            </a:p>
          </p:txBody>
        </p:sp>
        <p:sp>
          <p:nvSpPr>
            <p:cNvPr id="18" name="01">
              <a:extLst>
                <a:ext uri="{FF2B5EF4-FFF2-40B4-BE49-F238E27FC236}">
                  <a16:creationId xmlns:a16="http://schemas.microsoft.com/office/drawing/2014/main" id="{C8FDA848-9030-0A0D-6743-2E656FE4C521}"/>
                </a:ext>
              </a:extLst>
            </p:cNvPr>
            <p:cNvSpPr txBox="1"/>
            <p:nvPr/>
          </p:nvSpPr>
          <p:spPr>
            <a:xfrm>
              <a:off x="838200" y="1744798"/>
              <a:ext cx="378441" cy="7899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86ABD3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98388FE-74FC-B62E-C25E-74BEF099E57E}"/>
              </a:ext>
            </a:extLst>
          </p:cNvPr>
          <p:cNvGrpSpPr/>
          <p:nvPr/>
        </p:nvGrpSpPr>
        <p:grpSpPr>
          <a:xfrm>
            <a:off x="236611" y="3120524"/>
            <a:ext cx="5549012" cy="789946"/>
            <a:chOff x="838200" y="1744798"/>
            <a:chExt cx="5101611" cy="789946"/>
          </a:xfrm>
        </p:grpSpPr>
        <p:sp>
          <p:nvSpPr>
            <p:cNvPr id="20" name="Executive summary">
              <a:extLst>
                <a:ext uri="{FF2B5EF4-FFF2-40B4-BE49-F238E27FC236}">
                  <a16:creationId xmlns:a16="http://schemas.microsoft.com/office/drawing/2014/main" id="{FDCAA4C6-B140-0C75-F238-EBBDEEAF44F3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lvl="0">
                <a:defRPr/>
              </a:pPr>
              <a:r>
                <a:rPr lang="nl-NL" sz="2400" dirty="0" err="1">
                  <a:solidFill>
                    <a:srgbClr val="FFFFFF"/>
                  </a:solidFill>
                  <a:latin typeface="Lexend Medium"/>
                  <a:ea typeface="+mn-lt"/>
                  <a:cs typeface="+mn-lt"/>
                </a:rPr>
                <a:t>Grafana</a:t>
              </a:r>
              <a:endParaRPr lang="nl-NL" sz="2400" dirty="0">
                <a:solidFill>
                  <a:srgbClr val="FFFFFF"/>
                </a:solidFill>
                <a:latin typeface="Lexend Medium"/>
              </a:endParaRPr>
            </a:p>
          </p:txBody>
        </p:sp>
        <p:sp>
          <p:nvSpPr>
            <p:cNvPr id="21" name="01">
              <a:extLst>
                <a:ext uri="{FF2B5EF4-FFF2-40B4-BE49-F238E27FC236}">
                  <a16:creationId xmlns:a16="http://schemas.microsoft.com/office/drawing/2014/main" id="{C8CC34BE-C518-37FE-2270-C7BD8C6A97CB}"/>
                </a:ext>
              </a:extLst>
            </p:cNvPr>
            <p:cNvSpPr txBox="1"/>
            <p:nvPr/>
          </p:nvSpPr>
          <p:spPr>
            <a:xfrm>
              <a:off x="838200" y="1744798"/>
              <a:ext cx="378441" cy="7899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D9E8F5">
                      <a:lumMod val="75000"/>
                    </a:srgbClr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6FF58A1-9F4E-B855-5901-9AC9AD100444}"/>
              </a:ext>
            </a:extLst>
          </p:cNvPr>
          <p:cNvGrpSpPr/>
          <p:nvPr/>
        </p:nvGrpSpPr>
        <p:grpSpPr>
          <a:xfrm>
            <a:off x="236611" y="3744992"/>
            <a:ext cx="5549012" cy="789946"/>
            <a:chOff x="838200" y="1744798"/>
            <a:chExt cx="5101611" cy="789946"/>
          </a:xfrm>
        </p:grpSpPr>
        <p:sp>
          <p:nvSpPr>
            <p:cNvPr id="23" name="Executive summary">
              <a:extLst>
                <a:ext uri="{FF2B5EF4-FFF2-40B4-BE49-F238E27FC236}">
                  <a16:creationId xmlns:a16="http://schemas.microsoft.com/office/drawing/2014/main" id="{71AD23B5-6DD8-19E6-B74D-0F16EEE9DE0C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/>
                  <a:ea typeface="+mn-lt"/>
                  <a:cs typeface="+mn-lt"/>
                  <a:sym typeface="Montserrat" panose="00000500000000000000" pitchFamily="2" charset="0"/>
                </a:rPr>
                <a:t>Demo Opgesteld</a:t>
              </a:r>
              <a:endPara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Medium"/>
                <a:ea typeface="+mn-ea"/>
                <a:cs typeface="+mn-cs"/>
                <a:sym typeface="Montserrat" panose="00000500000000000000" pitchFamily="2" charset="0"/>
              </a:endParaRPr>
            </a:p>
          </p:txBody>
        </p:sp>
        <p:sp>
          <p:nvSpPr>
            <p:cNvPr id="24" name="01">
              <a:extLst>
                <a:ext uri="{FF2B5EF4-FFF2-40B4-BE49-F238E27FC236}">
                  <a16:creationId xmlns:a16="http://schemas.microsoft.com/office/drawing/2014/main" id="{ADE9604E-C39B-F3E0-7E5C-BE68BF2C942B}"/>
                </a:ext>
              </a:extLst>
            </p:cNvPr>
            <p:cNvSpPr txBox="1"/>
            <p:nvPr/>
          </p:nvSpPr>
          <p:spPr>
            <a:xfrm>
              <a:off x="838200" y="1744798"/>
              <a:ext cx="378441" cy="7899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D9E8F5">
                      <a:lumMod val="75000"/>
                    </a:srgbClr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53A66FD-38E8-C7EE-441A-092FFFD1086A}"/>
              </a:ext>
            </a:extLst>
          </p:cNvPr>
          <p:cNvGrpSpPr/>
          <p:nvPr/>
        </p:nvGrpSpPr>
        <p:grpSpPr>
          <a:xfrm>
            <a:off x="236611" y="4336007"/>
            <a:ext cx="5549012" cy="789946"/>
            <a:chOff x="838200" y="1744798"/>
            <a:chExt cx="5101611" cy="789946"/>
          </a:xfrm>
        </p:grpSpPr>
        <p:sp>
          <p:nvSpPr>
            <p:cNvPr id="32" name="Executive summary">
              <a:extLst>
                <a:ext uri="{FF2B5EF4-FFF2-40B4-BE49-F238E27FC236}">
                  <a16:creationId xmlns:a16="http://schemas.microsoft.com/office/drawing/2014/main" id="{1D0148DC-E9F7-3310-14B9-86623C40917E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lvl="0">
                <a:defRPr/>
              </a:pPr>
              <a:r>
                <a:rPr lang="nl-NL" sz="2400" dirty="0">
                  <a:solidFill>
                    <a:srgbClr val="FFFFFF"/>
                  </a:solidFill>
                  <a:latin typeface="Lexend Medium"/>
                </a:rPr>
                <a:t>X-Day presentatie </a:t>
              </a:r>
            </a:p>
          </p:txBody>
        </p:sp>
        <p:sp>
          <p:nvSpPr>
            <p:cNvPr id="33" name="01">
              <a:extLst>
                <a:ext uri="{FF2B5EF4-FFF2-40B4-BE49-F238E27FC236}">
                  <a16:creationId xmlns:a16="http://schemas.microsoft.com/office/drawing/2014/main" id="{856B6468-06F4-D76F-5557-5617F70AD901}"/>
                </a:ext>
              </a:extLst>
            </p:cNvPr>
            <p:cNvSpPr txBox="1"/>
            <p:nvPr/>
          </p:nvSpPr>
          <p:spPr>
            <a:xfrm>
              <a:off x="838200" y="1744798"/>
              <a:ext cx="378441" cy="7899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D9E8F5">
                      <a:lumMod val="75000"/>
                    </a:srgbClr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04</a:t>
              </a:r>
            </a:p>
          </p:txBody>
        </p:sp>
      </p:grpSp>
      <p:pic>
        <p:nvPicPr>
          <p:cNvPr id="40" name="Graphic 39" descr="Holiday tree with solid fill">
            <a:extLst>
              <a:ext uri="{FF2B5EF4-FFF2-40B4-BE49-F238E27FC236}">
                <a16:creationId xmlns:a16="http://schemas.microsoft.com/office/drawing/2014/main" id="{1949438D-9FC0-A3D1-586B-BD84F6AF13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0566" y="5979912"/>
            <a:ext cx="914400" cy="914400"/>
          </a:xfrm>
          <a:prstGeom prst="rect">
            <a:avLst/>
          </a:prstGeom>
        </p:spPr>
      </p:pic>
      <p:pic>
        <p:nvPicPr>
          <p:cNvPr id="42" name="Graphic 41" descr="Stocking with solid fill">
            <a:extLst>
              <a:ext uri="{FF2B5EF4-FFF2-40B4-BE49-F238E27FC236}">
                <a16:creationId xmlns:a16="http://schemas.microsoft.com/office/drawing/2014/main" id="{EADCBAB6-4C44-8AD7-313C-05D09365EA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46457" y="5960574"/>
            <a:ext cx="914400" cy="914400"/>
          </a:xfrm>
          <a:prstGeom prst="rect">
            <a:avLst/>
          </a:prstGeom>
        </p:spPr>
      </p:pic>
      <p:pic>
        <p:nvPicPr>
          <p:cNvPr id="44" name="Graphic 43" descr="Holiday wreath with solid fill">
            <a:extLst>
              <a:ext uri="{FF2B5EF4-FFF2-40B4-BE49-F238E27FC236}">
                <a16:creationId xmlns:a16="http://schemas.microsoft.com/office/drawing/2014/main" id="{412726C9-4513-F8DD-CC5B-0B8FC639CC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01400" y="-223749"/>
            <a:ext cx="914400" cy="914400"/>
          </a:xfrm>
          <a:prstGeom prst="rect">
            <a:avLst/>
          </a:prstGeom>
        </p:spPr>
      </p:pic>
      <p:pic>
        <p:nvPicPr>
          <p:cNvPr id="45" name="Graphic 44" descr="Stocking with solid fill">
            <a:extLst>
              <a:ext uri="{FF2B5EF4-FFF2-40B4-BE49-F238E27FC236}">
                <a16:creationId xmlns:a16="http://schemas.microsoft.com/office/drawing/2014/main" id="{401B0DF5-B3ED-6204-85EC-18D7C858FF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97034" y="5954512"/>
            <a:ext cx="914400" cy="914400"/>
          </a:xfrm>
          <a:prstGeom prst="rect">
            <a:avLst/>
          </a:prstGeom>
        </p:spPr>
      </p:pic>
      <p:pic>
        <p:nvPicPr>
          <p:cNvPr id="48" name="Graphic 47" descr="Holiday tree with solid fill">
            <a:extLst>
              <a:ext uri="{FF2B5EF4-FFF2-40B4-BE49-F238E27FC236}">
                <a16:creationId xmlns:a16="http://schemas.microsoft.com/office/drawing/2014/main" id="{D770EDF1-B84D-2B58-7241-E14F7DCD13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52066" y="6075162"/>
            <a:ext cx="914400" cy="914400"/>
          </a:xfrm>
          <a:prstGeom prst="rect">
            <a:avLst/>
          </a:prstGeom>
        </p:spPr>
      </p:pic>
      <p:pic>
        <p:nvPicPr>
          <p:cNvPr id="49" name="Graphic 48" descr="Holiday tree with solid fill">
            <a:extLst>
              <a:ext uri="{FF2B5EF4-FFF2-40B4-BE49-F238E27FC236}">
                <a16:creationId xmlns:a16="http://schemas.microsoft.com/office/drawing/2014/main" id="{E086E595-B987-E7C2-476D-A4CF935158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241" y="6094212"/>
            <a:ext cx="914400" cy="914400"/>
          </a:xfrm>
          <a:prstGeom prst="rect">
            <a:avLst/>
          </a:prstGeom>
        </p:spPr>
      </p:pic>
      <p:pic>
        <p:nvPicPr>
          <p:cNvPr id="38" name="Graphic 37" descr="Holly with solid fill">
            <a:extLst>
              <a:ext uri="{FF2B5EF4-FFF2-40B4-BE49-F238E27FC236}">
                <a16:creationId xmlns:a16="http://schemas.microsoft.com/office/drawing/2014/main" id="{BDF0B694-46C5-0B56-3A3A-562300D312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48004" y="106524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54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C83F7F-9FDE-FA8B-C681-3EF529AED5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21"/>
          <a:stretch>
            <a:fillRect/>
          </a:stretch>
        </p:blipFill>
        <p:spPr>
          <a:xfrm>
            <a:off x="0" y="-12700"/>
            <a:ext cx="12192000" cy="6858000"/>
          </a:xfrm>
          <a:prstGeom prst="rect">
            <a:avLst/>
          </a:prstGeom>
        </p:spPr>
      </p:pic>
      <p:sp>
        <p:nvSpPr>
          <p:cNvPr id="18" name="gradient">
            <a:extLst>
              <a:ext uri="{FF2B5EF4-FFF2-40B4-BE49-F238E27FC236}">
                <a16:creationId xmlns:a16="http://schemas.microsoft.com/office/drawing/2014/main" id="{B0131551-406B-654E-4C60-6B95AB477641}"/>
              </a:ext>
            </a:extLst>
          </p:cNvPr>
          <p:cNvSpPr/>
          <p:nvPr/>
        </p:nvSpPr>
        <p:spPr>
          <a:xfrm rot="5400000">
            <a:off x="2633202" y="-2640647"/>
            <a:ext cx="6858000" cy="12139294"/>
          </a:xfrm>
          <a:prstGeom prst="rect">
            <a:avLst/>
          </a:prstGeom>
          <a:gradFill flip="none" rotWithShape="1">
            <a:gsLst>
              <a:gs pos="34000">
                <a:schemeClr val="bg1">
                  <a:alpha val="0"/>
                </a:schemeClr>
              </a:gs>
              <a:gs pos="83000">
                <a:schemeClr val="accent1">
                  <a:alpha val="9525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  <a:latin typeface="Lexend Medium" pitchFamily="2" charset="77"/>
            </a:endParaRPr>
          </a:p>
        </p:txBody>
      </p:sp>
      <p:sp>
        <p:nvSpPr>
          <p:cNvPr id="19" name="Startups and…">
            <a:extLst>
              <a:ext uri="{FF2B5EF4-FFF2-40B4-BE49-F238E27FC236}">
                <a16:creationId xmlns:a16="http://schemas.microsoft.com/office/drawing/2014/main" id="{9241F54D-36B5-8D91-53ED-341DCA0523D3}"/>
              </a:ext>
            </a:extLst>
          </p:cNvPr>
          <p:cNvSpPr txBox="1"/>
          <p:nvPr/>
        </p:nvSpPr>
        <p:spPr>
          <a:xfrm>
            <a:off x="1757728" y="2407024"/>
            <a:ext cx="8676543" cy="2018552"/>
          </a:xfrm>
          <a:prstGeom prst="rect">
            <a:avLst/>
          </a:prstGeom>
          <a:ln w="12700">
            <a:miter lim="400000"/>
          </a:ln>
          <a:effectLst>
            <a:outerShdw blurRad="144855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wrap="square" lIns="25393" tIns="25393" rIns="25393" bIns="25393" anchor="ctr">
            <a:normAutofit/>
          </a:bodyPr>
          <a:lstStyle/>
          <a:p>
            <a:pPr algn="ctr">
              <a:lnSpc>
                <a:spcPct val="110000"/>
              </a:lnSpc>
              <a:defRPr sz="12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pPr>
            <a:r>
              <a:rPr lang="en-US" sz="5999" b="1" dirty="0">
                <a:solidFill>
                  <a:srgbClr val="FFFFFF"/>
                </a:solidFill>
                <a:latin typeface="Lexend SemiBold" pitchFamily="2" charset="77"/>
                <a:sym typeface="Montserrat" panose="00000500000000000000" pitchFamily="2" charset="0"/>
              </a:rPr>
              <a:t>Demo</a:t>
            </a:r>
            <a:endParaRPr sz="5999" b="1" dirty="0">
              <a:solidFill>
                <a:srgbClr val="FFFFFF"/>
              </a:solidFill>
              <a:latin typeface="Lexend SemiBold" pitchFamily="2" charset="77"/>
              <a:sym typeface="Montserrat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BB500F-0995-CF63-A1F2-323F4C2F4C0B}"/>
              </a:ext>
            </a:extLst>
          </p:cNvPr>
          <p:cNvSpPr/>
          <p:nvPr/>
        </p:nvSpPr>
        <p:spPr>
          <a:xfrm>
            <a:off x="-7445" y="0"/>
            <a:ext cx="2267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862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07F8B-C2C9-6AC8-5419-6AFF560B3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F59CA62F-79CC-EAD3-36CE-0E78B158D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062"/>
            <a:ext cx="10515600" cy="600456"/>
          </a:xfrm>
          <a:prstGeom prst="rect">
            <a:avLst/>
          </a:prstGeom>
        </p:spPr>
        <p:txBody>
          <a:bodyPr rIns="0">
            <a:normAutofit fontScale="90000"/>
          </a:bodyPr>
          <a:lstStyle/>
          <a:p>
            <a:r>
              <a:rPr lang="en-US" sz="4000" b="1" dirty="0" err="1">
                <a:latin typeface="Lexend SemiBold" pitchFamily="2" charset="77"/>
              </a:rPr>
              <a:t>Authenticatie</a:t>
            </a:r>
            <a:br>
              <a:rPr lang="en-US" sz="4000" b="1" dirty="0">
                <a:latin typeface="Lexend SemiBold" pitchFamily="2" charset="77"/>
              </a:rPr>
            </a:br>
            <a:r>
              <a:rPr lang="en-US" sz="4000" b="1" dirty="0">
                <a:latin typeface="Lexend SemiBold" pitchFamily="2" charset="77"/>
              </a:rPr>
              <a:t>API metrics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EC58A2C8-1320-DF1B-6C50-53D894886F9C}"/>
              </a:ext>
            </a:extLst>
          </p:cNvPr>
          <p:cNvSpPr/>
          <p:nvPr/>
        </p:nvSpPr>
        <p:spPr>
          <a:xfrm>
            <a:off x="5046736" y="495300"/>
            <a:ext cx="6307064" cy="6248400"/>
          </a:xfrm>
          <a:prstGeom prst="roundRect">
            <a:avLst>
              <a:gd name="adj" fmla="val 4878"/>
            </a:avLst>
          </a:prstGeom>
          <a:solidFill>
            <a:schemeClr val="accent4">
              <a:alpha val="7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kern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A1EACC-F9C0-1CA5-62BE-3BDF951264F2}"/>
              </a:ext>
            </a:extLst>
          </p:cNvPr>
          <p:cNvGrpSpPr/>
          <p:nvPr/>
        </p:nvGrpSpPr>
        <p:grpSpPr>
          <a:xfrm>
            <a:off x="236611" y="2540661"/>
            <a:ext cx="5549012" cy="789946"/>
            <a:chOff x="838200" y="1744798"/>
            <a:chExt cx="5101611" cy="789946"/>
          </a:xfrm>
        </p:grpSpPr>
        <p:sp>
          <p:nvSpPr>
            <p:cNvPr id="17" name="Executive summary">
              <a:extLst>
                <a:ext uri="{FF2B5EF4-FFF2-40B4-BE49-F238E27FC236}">
                  <a16:creationId xmlns:a16="http://schemas.microsoft.com/office/drawing/2014/main" id="{9ABE5435-6838-A1AA-F89E-49C9826906C6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lvl="0">
                <a:defRPr/>
              </a:pPr>
              <a:r>
                <a:rPr lang="nl-NL" sz="2400" dirty="0">
                  <a:solidFill>
                    <a:srgbClr val="FFFFFF"/>
                  </a:solidFill>
                  <a:latin typeface="Lexend Medium"/>
                  <a:ea typeface="+mn-lt"/>
                  <a:cs typeface="+mn-lt"/>
                </a:rPr>
                <a:t>Authenticatie niet ingebouwd</a:t>
              </a:r>
              <a:endParaRPr lang="nl-NL" sz="2400" dirty="0">
                <a:solidFill>
                  <a:srgbClr val="FFFFFF"/>
                </a:solidFill>
                <a:latin typeface="Lexend Medium"/>
              </a:endParaRPr>
            </a:p>
          </p:txBody>
        </p:sp>
        <p:sp>
          <p:nvSpPr>
            <p:cNvPr id="18" name="01">
              <a:extLst>
                <a:ext uri="{FF2B5EF4-FFF2-40B4-BE49-F238E27FC236}">
                  <a16:creationId xmlns:a16="http://schemas.microsoft.com/office/drawing/2014/main" id="{4A923639-A828-81DB-2E2A-BE63262EE6B9}"/>
                </a:ext>
              </a:extLst>
            </p:cNvPr>
            <p:cNvSpPr txBox="1"/>
            <p:nvPr/>
          </p:nvSpPr>
          <p:spPr>
            <a:xfrm>
              <a:off x="838200" y="1744798"/>
              <a:ext cx="378441" cy="7899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86ABD3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2F43DC3-8D98-2D70-1FF3-11353F5DA47D}"/>
              </a:ext>
            </a:extLst>
          </p:cNvPr>
          <p:cNvGrpSpPr/>
          <p:nvPr/>
        </p:nvGrpSpPr>
        <p:grpSpPr>
          <a:xfrm>
            <a:off x="236611" y="3120524"/>
            <a:ext cx="5549012" cy="789946"/>
            <a:chOff x="838200" y="1744798"/>
            <a:chExt cx="5101611" cy="789946"/>
          </a:xfrm>
        </p:grpSpPr>
        <p:sp>
          <p:nvSpPr>
            <p:cNvPr id="20" name="Executive summary">
              <a:extLst>
                <a:ext uri="{FF2B5EF4-FFF2-40B4-BE49-F238E27FC236}">
                  <a16:creationId xmlns:a16="http://schemas.microsoft.com/office/drawing/2014/main" id="{A4311077-3463-729D-F3F6-020C7BDAB3B6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lvl="0">
                <a:defRPr/>
              </a:pPr>
              <a:r>
                <a:rPr lang="nl-NL" sz="2400" dirty="0" err="1">
                  <a:solidFill>
                    <a:srgbClr val="FFFFFF"/>
                  </a:solidFill>
                  <a:latin typeface="Lexend Medium"/>
                  <a:ea typeface="+mn-lt"/>
                  <a:cs typeface="+mn-lt"/>
                </a:rPr>
                <a:t>Custom</a:t>
              </a:r>
              <a:r>
                <a:rPr lang="nl-NL" sz="2400" dirty="0">
                  <a:solidFill>
                    <a:srgbClr val="FFFFFF"/>
                  </a:solidFill>
                  <a:latin typeface="Lexend Medium"/>
                  <a:ea typeface="+mn-lt"/>
                  <a:cs typeface="+mn-lt"/>
                </a:rPr>
                <a:t> middleware</a:t>
              </a:r>
              <a:endParaRPr lang="nl-NL" sz="2400" dirty="0">
                <a:solidFill>
                  <a:srgbClr val="FFFFFF"/>
                </a:solidFill>
                <a:latin typeface="Lexend Medium"/>
              </a:endParaRPr>
            </a:p>
          </p:txBody>
        </p:sp>
        <p:sp>
          <p:nvSpPr>
            <p:cNvPr id="21" name="01">
              <a:extLst>
                <a:ext uri="{FF2B5EF4-FFF2-40B4-BE49-F238E27FC236}">
                  <a16:creationId xmlns:a16="http://schemas.microsoft.com/office/drawing/2014/main" id="{8338767A-1AB5-1D6D-CF5D-F3F8D93FDA74}"/>
                </a:ext>
              </a:extLst>
            </p:cNvPr>
            <p:cNvSpPr txBox="1"/>
            <p:nvPr/>
          </p:nvSpPr>
          <p:spPr>
            <a:xfrm>
              <a:off x="838200" y="1744798"/>
              <a:ext cx="378441" cy="7899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D9E8F5">
                      <a:lumMod val="75000"/>
                    </a:srgbClr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8C62E90-412A-F74B-2FF3-87E73983ECBD}"/>
              </a:ext>
            </a:extLst>
          </p:cNvPr>
          <p:cNvGrpSpPr/>
          <p:nvPr/>
        </p:nvGrpSpPr>
        <p:grpSpPr>
          <a:xfrm>
            <a:off x="236611" y="3744992"/>
            <a:ext cx="5549012" cy="789946"/>
            <a:chOff x="838200" y="1744798"/>
            <a:chExt cx="5101611" cy="789946"/>
          </a:xfrm>
        </p:grpSpPr>
        <p:sp>
          <p:nvSpPr>
            <p:cNvPr id="23" name="Executive summary">
              <a:extLst>
                <a:ext uri="{FF2B5EF4-FFF2-40B4-BE49-F238E27FC236}">
                  <a16:creationId xmlns:a16="http://schemas.microsoft.com/office/drawing/2014/main" id="{FAD32C99-AE60-95E3-EB8A-A65092C99E1F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/>
                  <a:ea typeface="+mn-lt"/>
                  <a:cs typeface="+mn-lt"/>
                  <a:sym typeface="Montserrat" panose="00000500000000000000" pitchFamily="2" charset="0"/>
                </a:rPr>
                <a:t>Gateway</a:t>
              </a:r>
              <a:endPara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Medium"/>
                <a:ea typeface="+mn-ea"/>
                <a:cs typeface="+mn-cs"/>
                <a:sym typeface="Montserrat" panose="00000500000000000000" pitchFamily="2" charset="0"/>
              </a:endParaRPr>
            </a:p>
          </p:txBody>
        </p:sp>
        <p:sp>
          <p:nvSpPr>
            <p:cNvPr id="24" name="01">
              <a:extLst>
                <a:ext uri="{FF2B5EF4-FFF2-40B4-BE49-F238E27FC236}">
                  <a16:creationId xmlns:a16="http://schemas.microsoft.com/office/drawing/2014/main" id="{B65EC22E-B7FA-53CF-7555-F72A3F16FE28}"/>
                </a:ext>
              </a:extLst>
            </p:cNvPr>
            <p:cNvSpPr txBox="1"/>
            <p:nvPr/>
          </p:nvSpPr>
          <p:spPr>
            <a:xfrm>
              <a:off x="838200" y="1744798"/>
              <a:ext cx="378441" cy="7899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D9E8F5">
                      <a:lumMod val="75000"/>
                    </a:srgbClr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03</a:t>
              </a:r>
            </a:p>
          </p:txBody>
        </p:sp>
      </p:grp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B266C113-87DD-6675-2DA3-EB65F0AE5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112" y="697181"/>
            <a:ext cx="5395913" cy="584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5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E12A-E8F6-F9BA-F262-2CC5CB15E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EA20140-7ECF-CA8F-CC73-778B274E3902}"/>
              </a:ext>
            </a:extLst>
          </p:cNvPr>
          <p:cNvGrpSpPr/>
          <p:nvPr/>
        </p:nvGrpSpPr>
        <p:grpSpPr>
          <a:xfrm>
            <a:off x="838200" y="2012427"/>
            <a:ext cx="5549012" cy="789946"/>
            <a:chOff x="838200" y="1744798"/>
            <a:chExt cx="5101611" cy="789946"/>
          </a:xfrm>
        </p:grpSpPr>
        <p:sp>
          <p:nvSpPr>
            <p:cNvPr id="4" name="Executive summary">
              <a:extLst>
                <a:ext uri="{FF2B5EF4-FFF2-40B4-BE49-F238E27FC236}">
                  <a16:creationId xmlns:a16="http://schemas.microsoft.com/office/drawing/2014/main" id="{9725346F-9340-2B54-C349-B2EBFAD64C08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lvl="0">
                <a:defRPr/>
              </a:pPr>
              <a:r>
                <a:rPr lang="nl-NL" sz="2400" dirty="0">
                  <a:solidFill>
                    <a:srgbClr val="FFFFFF"/>
                  </a:solidFill>
                  <a:latin typeface="Lexend Medium"/>
                  <a:ea typeface="+mn-lt"/>
                  <a:cs typeface="+mn-lt"/>
                </a:rPr>
                <a:t>Portfolio update</a:t>
              </a:r>
              <a:endParaRPr lang="nl-NL" sz="2400" dirty="0">
                <a:solidFill>
                  <a:srgbClr val="FFFFFF"/>
                </a:solidFill>
                <a:latin typeface="Lexend Medium"/>
              </a:endParaRPr>
            </a:p>
          </p:txBody>
        </p:sp>
        <p:sp>
          <p:nvSpPr>
            <p:cNvPr id="5" name="01">
              <a:extLst>
                <a:ext uri="{FF2B5EF4-FFF2-40B4-BE49-F238E27FC236}">
                  <a16:creationId xmlns:a16="http://schemas.microsoft.com/office/drawing/2014/main" id="{137B7074-749D-593A-6224-85D1D11EC24C}"/>
                </a:ext>
              </a:extLst>
            </p:cNvPr>
            <p:cNvSpPr txBox="1"/>
            <p:nvPr/>
          </p:nvSpPr>
          <p:spPr>
            <a:xfrm>
              <a:off x="838200" y="1744798"/>
              <a:ext cx="378441" cy="7899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86ABD3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F66A42A-1FD3-D90F-EF09-8D0A9BA75F2B}"/>
              </a:ext>
            </a:extLst>
          </p:cNvPr>
          <p:cNvGrpSpPr/>
          <p:nvPr/>
        </p:nvGrpSpPr>
        <p:grpSpPr>
          <a:xfrm>
            <a:off x="838200" y="2592290"/>
            <a:ext cx="5549012" cy="789946"/>
            <a:chOff x="838200" y="1744798"/>
            <a:chExt cx="5101611" cy="789946"/>
          </a:xfrm>
        </p:grpSpPr>
        <p:sp>
          <p:nvSpPr>
            <p:cNvPr id="24" name="Executive summary">
              <a:extLst>
                <a:ext uri="{FF2B5EF4-FFF2-40B4-BE49-F238E27FC236}">
                  <a16:creationId xmlns:a16="http://schemas.microsoft.com/office/drawing/2014/main" id="{5AC686DA-4E5B-C172-4171-E963A359294C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lvl="0">
                <a:defRPr/>
              </a:pPr>
              <a:r>
                <a:rPr lang="nl-NL" sz="2400" dirty="0">
                  <a:solidFill>
                    <a:srgbClr val="FFFFFF"/>
                  </a:solidFill>
                  <a:latin typeface="Lexend Medium"/>
                  <a:ea typeface="+mn-lt"/>
                  <a:cs typeface="+mn-lt"/>
                </a:rPr>
                <a:t>Logs (Technische research)</a:t>
              </a:r>
              <a:endParaRPr lang="nl-NL" sz="2400" dirty="0">
                <a:solidFill>
                  <a:srgbClr val="FFFFFF"/>
                </a:solidFill>
                <a:latin typeface="Lexend Medium"/>
              </a:endParaRPr>
            </a:p>
          </p:txBody>
        </p:sp>
        <p:sp>
          <p:nvSpPr>
            <p:cNvPr id="25" name="01">
              <a:extLst>
                <a:ext uri="{FF2B5EF4-FFF2-40B4-BE49-F238E27FC236}">
                  <a16:creationId xmlns:a16="http://schemas.microsoft.com/office/drawing/2014/main" id="{3C3F348E-7E4F-7BB7-926F-83F2E6F1AAC3}"/>
                </a:ext>
              </a:extLst>
            </p:cNvPr>
            <p:cNvSpPr txBox="1"/>
            <p:nvPr/>
          </p:nvSpPr>
          <p:spPr>
            <a:xfrm>
              <a:off x="838200" y="1744798"/>
              <a:ext cx="378441" cy="7899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D9E8F5">
                      <a:lumMod val="75000"/>
                    </a:srgbClr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A5B537-FE71-C9F6-7996-A31A98CB16C5}"/>
              </a:ext>
            </a:extLst>
          </p:cNvPr>
          <p:cNvGrpSpPr/>
          <p:nvPr/>
        </p:nvGrpSpPr>
        <p:grpSpPr>
          <a:xfrm>
            <a:off x="838200" y="3216758"/>
            <a:ext cx="5549012" cy="789946"/>
            <a:chOff x="838200" y="1744798"/>
            <a:chExt cx="5101611" cy="789946"/>
          </a:xfrm>
        </p:grpSpPr>
        <p:sp>
          <p:nvSpPr>
            <p:cNvPr id="27" name="Executive summary">
              <a:extLst>
                <a:ext uri="{FF2B5EF4-FFF2-40B4-BE49-F238E27FC236}">
                  <a16:creationId xmlns:a16="http://schemas.microsoft.com/office/drawing/2014/main" id="{B0E48EE2-DCD6-74F5-68AF-A939DEDCB646}"/>
                </a:ext>
              </a:extLst>
            </p:cNvPr>
            <p:cNvSpPr txBox="1"/>
            <p:nvPr/>
          </p:nvSpPr>
          <p:spPr>
            <a:xfrm>
              <a:off x="1273776" y="1855823"/>
              <a:ext cx="4666035" cy="492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/>
                  <a:ea typeface="+mn-lt"/>
                  <a:cs typeface="+mn-lt"/>
                  <a:sym typeface="Montserrat" panose="00000500000000000000" pitchFamily="2" charset="0"/>
                </a:rPr>
                <a:t>Begin Metrics (Technische research)</a:t>
              </a:r>
              <a:endPara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Medium"/>
                <a:ea typeface="+mn-ea"/>
                <a:cs typeface="+mn-cs"/>
                <a:sym typeface="Montserrat" panose="00000500000000000000" pitchFamily="2" charset="0"/>
              </a:endParaRPr>
            </a:p>
          </p:txBody>
        </p:sp>
        <p:sp>
          <p:nvSpPr>
            <p:cNvPr id="28" name="01">
              <a:extLst>
                <a:ext uri="{FF2B5EF4-FFF2-40B4-BE49-F238E27FC236}">
                  <a16:creationId xmlns:a16="http://schemas.microsoft.com/office/drawing/2014/main" id="{7222BAA4-42EB-2362-761E-35B074FE8B98}"/>
                </a:ext>
              </a:extLst>
            </p:cNvPr>
            <p:cNvSpPr txBox="1"/>
            <p:nvPr/>
          </p:nvSpPr>
          <p:spPr>
            <a:xfrm>
              <a:off x="838200" y="1744798"/>
              <a:ext cx="378441" cy="7899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a16="http://schemas.microsoft.com/office/drawing/2014/main" xmlns:asvg="http://schemas.microsoft.com/office/drawing/2016/SVG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D9E8F5">
                      <a:lumMod val="75000"/>
                    </a:srgbClr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+mn-cs"/>
                </a:rPr>
                <a:t>03</a:t>
              </a:r>
            </a:p>
          </p:txBody>
        </p:sp>
      </p:grpSp>
      <p:sp>
        <p:nvSpPr>
          <p:cNvPr id="2" name="Disclaimer-English (United States)">
            <a:extLst>
              <a:ext uri="{FF2B5EF4-FFF2-40B4-BE49-F238E27FC236}">
                <a16:creationId xmlns:a16="http://schemas.microsoft.com/office/drawing/2014/main" id="{C538B851-33AB-73BB-8854-F412029B8C2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8048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A852C8-1DAB-6641-A0E8-01E5234DCC82}" type="slidenum">
              <a:rPr kumimoji="0" lang="nl-NL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pPr marL="0" marR="0" lvl="0" indent="0" algn="ctr" defTabSz="804863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nl-NL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8" name="Title 19">
            <a:extLst>
              <a:ext uri="{FF2B5EF4-FFF2-40B4-BE49-F238E27FC236}">
                <a16:creationId xmlns:a16="http://schemas.microsoft.com/office/drawing/2014/main" id="{0B9CFB06-8BEC-590F-0DA3-3423D4A425FD}"/>
              </a:ext>
            </a:extLst>
          </p:cNvPr>
          <p:cNvSpPr txBox="1">
            <a:spLocks/>
          </p:cNvSpPr>
          <p:nvPr/>
        </p:nvSpPr>
        <p:spPr>
          <a:xfrm>
            <a:off x="838200" y="851734"/>
            <a:ext cx="5257800" cy="870761"/>
          </a:xfrm>
          <a:prstGeom prst="rect">
            <a:avLst/>
          </a:prstGeom>
        </p:spPr>
        <p:txBody>
          <a:bodyPr lIns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-50" baseline="0">
                <a:solidFill>
                  <a:schemeClr val="bg2"/>
                </a:solidFill>
                <a:latin typeface="Lexend Medium" pitchFamily="2" charset="77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0" b="1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exend Medium" pitchFamily="2" charset="77"/>
                <a:ea typeface="+mj-ea"/>
                <a:cs typeface="+mj-cs"/>
              </a:rPr>
              <a:t>Documentatie</a:t>
            </a:r>
          </a:p>
        </p:txBody>
      </p:sp>
      <p:pic>
        <p:nvPicPr>
          <p:cNvPr id="11" name="Graphic 9">
            <a:extLst>
              <a:ext uri="{FF2B5EF4-FFF2-40B4-BE49-F238E27FC236}">
                <a16:creationId xmlns:a16="http://schemas.microsoft.com/office/drawing/2014/main" id="{FEF4108C-623D-CFA4-C80C-50C22218BC1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08381" y="0"/>
            <a:ext cx="2883619" cy="6858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CBEC891A-FC76-5330-B97B-80004423E77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516400" y="128909"/>
            <a:ext cx="298323" cy="298323"/>
          </a:xfrm>
          <a:prstGeom prst="rect">
            <a:avLst/>
          </a:prstGeom>
        </p:spPr>
      </p:pic>
      <p:pic>
        <p:nvPicPr>
          <p:cNvPr id="7" name="Picture 6" descr="A yellow folder with papers on it&#10;&#10;AI-generated content may be incorrect.">
            <a:extLst>
              <a:ext uri="{FF2B5EF4-FFF2-40B4-BE49-F238E27FC236}">
                <a16:creationId xmlns:a16="http://schemas.microsoft.com/office/drawing/2014/main" id="{A0B1512C-446B-D5D6-12CC-D28AF07C41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6" r="7986"/>
          <a:stretch>
            <a:fillRect/>
          </a:stretch>
        </p:blipFill>
        <p:spPr>
          <a:xfrm>
            <a:off x="6446118" y="0"/>
            <a:ext cx="57626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3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51">
            <a:extLst>
              <a:ext uri="{FF2B5EF4-FFF2-40B4-BE49-F238E27FC236}">
                <a16:creationId xmlns:a16="http://schemas.microsoft.com/office/drawing/2014/main" id="{9592220A-67DC-5D04-B9EF-644A09F520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2484" y="2437050"/>
            <a:ext cx="4102100" cy="871537"/>
          </a:xfrm>
          <a:prstGeom prst="rect">
            <a:avLst/>
          </a:prstGeom>
        </p:spPr>
        <p:txBody>
          <a:bodyPr lIns="0"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Volgende sprint</a:t>
            </a:r>
          </a:p>
        </p:txBody>
      </p:sp>
      <p:sp>
        <p:nvSpPr>
          <p:cNvPr id="6" name="Text Placeholder 52">
            <a:extLst>
              <a:ext uri="{FF2B5EF4-FFF2-40B4-BE49-F238E27FC236}">
                <a16:creationId xmlns:a16="http://schemas.microsoft.com/office/drawing/2014/main" id="{6C2E7242-4735-D4B0-5843-3BD21DBE0321}"/>
              </a:ext>
            </a:extLst>
          </p:cNvPr>
          <p:cNvSpPr txBox="1">
            <a:spLocks/>
          </p:cNvSpPr>
          <p:nvPr/>
        </p:nvSpPr>
        <p:spPr>
          <a:xfrm>
            <a:off x="457173" y="3018167"/>
            <a:ext cx="3149600" cy="38893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13716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Montserrat" panose="00000500000000000000" pitchFamily="2" charset="0"/>
              <a:buChar char="•"/>
              <a:defRPr sz="1400" b="0" i="0" kern="1200" spc="-2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400" b="0" i="0" kern="1200" spc="-2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400" b="0" i="0" kern="1200" spc="-2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400" b="0" i="0" kern="1200" spc="-2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400" b="0" i="0" kern="1200" spc="-2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buNone/>
            </a:pPr>
            <a:r>
              <a:rPr lang="nl-NL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Suggestie</a:t>
            </a:r>
          </a:p>
        </p:txBody>
      </p:sp>
      <p:sp>
        <p:nvSpPr>
          <p:cNvPr id="2" name="Rounded Rectangle">
            <a:extLst>
              <a:ext uri="{FF2B5EF4-FFF2-40B4-BE49-F238E27FC236}">
                <a16:creationId xmlns:a16="http://schemas.microsoft.com/office/drawing/2014/main" id="{18277738-4BAE-F157-018D-4F7BDC85DDD7}"/>
              </a:ext>
            </a:extLst>
          </p:cNvPr>
          <p:cNvSpPr/>
          <p:nvPr/>
        </p:nvSpPr>
        <p:spPr>
          <a:xfrm>
            <a:off x="4769708" y="635727"/>
            <a:ext cx="6363730" cy="5586546"/>
          </a:xfrm>
          <a:prstGeom prst="roundRect">
            <a:avLst>
              <a:gd name="adj" fmla="val 7143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103D27E-69CE-099C-D5EF-F84B3A1A575F}"/>
              </a:ext>
            </a:extLst>
          </p:cNvPr>
          <p:cNvGrpSpPr/>
          <p:nvPr/>
        </p:nvGrpSpPr>
        <p:grpSpPr>
          <a:xfrm>
            <a:off x="7371954" y="743578"/>
            <a:ext cx="1196312" cy="5285433"/>
            <a:chOff x="7371954" y="644722"/>
            <a:chExt cx="1196312" cy="5285433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1080270-471F-6316-F9F5-A72BCFAD2E94}"/>
                </a:ext>
              </a:extLst>
            </p:cNvPr>
            <p:cNvGrpSpPr/>
            <p:nvPr/>
          </p:nvGrpSpPr>
          <p:grpSpPr>
            <a:xfrm>
              <a:off x="7371954" y="644722"/>
              <a:ext cx="1196312" cy="5285433"/>
              <a:chOff x="7371954" y="644722"/>
              <a:chExt cx="1196312" cy="5285433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5CB768E-2AFD-ED44-C443-B1D46C3399C0}"/>
                  </a:ext>
                </a:extLst>
              </p:cNvPr>
              <p:cNvCxnSpPr>
                <a:cxnSpLocks/>
                <a:stCxn id="17" idx="2"/>
                <a:endCxn id="22" idx="6"/>
              </p:cNvCxnSpPr>
              <p:nvPr/>
            </p:nvCxnSpPr>
            <p:spPr>
              <a:xfrm flipV="1">
                <a:off x="7981559" y="1314926"/>
                <a:ext cx="0" cy="3649306"/>
              </a:xfrm>
              <a:prstGeom prst="line">
                <a:avLst/>
              </a:prstGeom>
              <a:ln w="19050" cmpd="sng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9CAC0BA-2F7E-7DF6-EEC3-18A98516509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314754" y="4813296"/>
                <a:ext cx="0" cy="507025"/>
              </a:xfrm>
              <a:prstGeom prst="line">
                <a:avLst/>
              </a:prstGeom>
              <a:ln w="19050" cap="rnd" cmpd="sng">
                <a:solidFill>
                  <a:schemeClr val="tx2">
                    <a:lumMod val="40000"/>
                    <a:lumOff val="60000"/>
                  </a:schemeClr>
                </a:solidFill>
                <a:headEnd type="none"/>
                <a:tailEnd type="oval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0E5EE0A8-E967-2457-EB36-6D3E5E8689A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314754" y="2886065"/>
                <a:ext cx="0" cy="507025"/>
              </a:xfrm>
              <a:prstGeom prst="line">
                <a:avLst/>
              </a:prstGeom>
              <a:ln w="19050" cap="rnd" cmpd="sng">
                <a:solidFill>
                  <a:schemeClr val="tx2">
                    <a:lumMod val="40000"/>
                    <a:lumOff val="60000"/>
                  </a:schemeClr>
                </a:solidFill>
                <a:headEnd type="none"/>
                <a:tailEnd type="oval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B0B1589-78B0-6B2C-B1FE-96623FFFA4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314754" y="958833"/>
                <a:ext cx="0" cy="507025"/>
              </a:xfrm>
              <a:prstGeom prst="line">
                <a:avLst/>
              </a:prstGeom>
              <a:ln w="19050" cap="rnd" cmpd="sng">
                <a:solidFill>
                  <a:schemeClr val="tx2">
                    <a:lumMod val="40000"/>
                    <a:lumOff val="60000"/>
                  </a:schemeClr>
                </a:solidFill>
                <a:headEnd type="none"/>
                <a:tailEnd type="oval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F04F6666-E67A-1C8C-5C7A-954EF092940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625467" y="1922450"/>
                <a:ext cx="0" cy="507025"/>
              </a:xfrm>
              <a:prstGeom prst="line">
                <a:avLst/>
              </a:prstGeom>
              <a:ln w="19050" cap="rnd" cmpd="sng">
                <a:solidFill>
                  <a:schemeClr val="tx2">
                    <a:lumMod val="40000"/>
                    <a:lumOff val="60000"/>
                  </a:schemeClr>
                </a:solidFill>
                <a:headEnd type="none"/>
                <a:tailEnd type="oval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5780EE1-E4BC-E9BE-110E-465D761C5E3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625467" y="3849682"/>
                <a:ext cx="0" cy="507025"/>
              </a:xfrm>
              <a:prstGeom prst="line">
                <a:avLst/>
              </a:prstGeom>
              <a:ln w="19050" cap="rnd" cmpd="sng">
                <a:solidFill>
                  <a:schemeClr val="tx2">
                    <a:lumMod val="40000"/>
                    <a:lumOff val="60000"/>
                  </a:schemeClr>
                </a:solidFill>
                <a:headEnd type="none"/>
                <a:tailEnd type="oval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B476D45-2AB3-EA08-EE90-B681BF8E3FE1}"/>
                  </a:ext>
                </a:extLst>
              </p:cNvPr>
              <p:cNvCxnSpPr>
                <a:cxnSpLocks/>
                <a:endCxn id="22" idx="6"/>
              </p:cNvCxnSpPr>
              <p:nvPr/>
            </p:nvCxnSpPr>
            <p:spPr>
              <a:xfrm>
                <a:off x="7981559" y="644722"/>
                <a:ext cx="0" cy="670204"/>
              </a:xfrm>
              <a:prstGeom prst="line">
                <a:avLst/>
              </a:prstGeom>
              <a:ln w="19050" cmpd="sng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C282585-558F-FEC5-2DFE-F6BB0AD0E8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555" y="5026215"/>
                <a:ext cx="0" cy="903940"/>
              </a:xfrm>
              <a:prstGeom prst="line">
                <a:avLst/>
              </a:prstGeom>
              <a:ln w="19050" cmpd="sng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075D290-E4C7-6823-B666-D6E566EB91DA}"/>
                </a:ext>
              </a:extLst>
            </p:cNvPr>
            <p:cNvSpPr/>
            <p:nvPr/>
          </p:nvSpPr>
          <p:spPr>
            <a:xfrm rot="16200000">
              <a:off x="7878021" y="2073382"/>
              <a:ext cx="205159" cy="205161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>
              <a:lvl1pPr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16CEE"/>
                </a:solidFill>
                <a:effectLst/>
                <a:uLnTx/>
                <a:uFillTx/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C06E59A-01C5-D5EF-C3D4-CACCBFB918ED}"/>
                </a:ext>
              </a:extLst>
            </p:cNvPr>
            <p:cNvSpPr/>
            <p:nvPr/>
          </p:nvSpPr>
          <p:spPr>
            <a:xfrm rot="5400000">
              <a:off x="7878980" y="4964231"/>
              <a:ext cx="205159" cy="205161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>
              <a:lvl1pPr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16CEE"/>
                </a:solidFill>
                <a:effectLst/>
                <a:uLnTx/>
                <a:uFillTx/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008E4CA-E3F9-DAD1-8A29-CEE86DDE10AE}"/>
                </a:ext>
              </a:extLst>
            </p:cNvPr>
            <p:cNvSpPr/>
            <p:nvPr/>
          </p:nvSpPr>
          <p:spPr>
            <a:xfrm rot="5400000">
              <a:off x="7878980" y="4000614"/>
              <a:ext cx="205159" cy="205161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>
              <a:lvl1pPr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16CEE"/>
                </a:solidFill>
                <a:effectLst/>
                <a:uLnTx/>
                <a:uFillTx/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58E7235-BC57-13BB-3992-CCBF5D01BE0A}"/>
                </a:ext>
              </a:extLst>
            </p:cNvPr>
            <p:cNvSpPr/>
            <p:nvPr/>
          </p:nvSpPr>
          <p:spPr>
            <a:xfrm rot="5400000">
              <a:off x="7878980" y="3036998"/>
              <a:ext cx="205159" cy="205161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>
              <a:lvl1pPr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16CEE"/>
                </a:solidFill>
                <a:effectLst/>
                <a:uLnTx/>
                <a:uFillTx/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7098A64-D5EE-96C6-5CE5-5786920F1F2C}"/>
                </a:ext>
              </a:extLst>
            </p:cNvPr>
            <p:cNvSpPr/>
            <p:nvPr/>
          </p:nvSpPr>
          <p:spPr>
            <a:xfrm rot="5400000">
              <a:off x="7878980" y="1109766"/>
              <a:ext cx="205159" cy="205161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>
              <a:lvl1pPr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ontserrat" panose="00000500000000000000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16CEE"/>
                </a:solidFill>
                <a:effectLst/>
                <a:uLnTx/>
                <a:uFillTx/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2F1E7A0-F9FE-631B-244E-A1975E5C099A}"/>
              </a:ext>
            </a:extLst>
          </p:cNvPr>
          <p:cNvGrpSpPr/>
          <p:nvPr/>
        </p:nvGrpSpPr>
        <p:grpSpPr>
          <a:xfrm>
            <a:off x="8862998" y="956744"/>
            <a:ext cx="2176477" cy="1000790"/>
            <a:chOff x="740265" y="1976706"/>
            <a:chExt cx="2176477" cy="1000790"/>
          </a:xfrm>
        </p:grpSpPr>
        <p:sp>
          <p:nvSpPr>
            <p:cNvPr id="149" name="2021">
              <a:extLst>
                <a:ext uri="{FF2B5EF4-FFF2-40B4-BE49-F238E27FC236}">
                  <a16:creationId xmlns:a16="http://schemas.microsoft.com/office/drawing/2014/main" id="{C5FC0359-6777-32C5-BDB1-E2CCAFBC1FCD}"/>
                </a:ext>
              </a:extLst>
            </p:cNvPr>
            <p:cNvSpPr txBox="1"/>
            <p:nvPr/>
          </p:nvSpPr>
          <p:spPr>
            <a:xfrm>
              <a:off x="740265" y="1976706"/>
              <a:ext cx="1878657" cy="3271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  </a:ext>
            </a:extLst>
          </p:spPr>
          <p:txBody>
            <a:bodyPr wrap="square" lIns="0" tIns="0" rIns="0" bIns="0" anchor="b">
              <a:spAutoFit/>
            </a:bodyPr>
            <a:lstStyle>
              <a:lvl1pPr>
                <a:lnSpc>
                  <a:spcPct val="130000"/>
                </a:lnSpc>
                <a:defRPr sz="36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SemiBold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Research</a:t>
              </a:r>
              <a:endPara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  <p:sp>
          <p:nvSpPr>
            <p:cNvPr id="150" name="Firstly we will do this">
              <a:extLst>
                <a:ext uri="{FF2B5EF4-FFF2-40B4-BE49-F238E27FC236}">
                  <a16:creationId xmlns:a16="http://schemas.microsoft.com/office/drawing/2014/main" id="{685E4CA6-A3C8-E3F1-0CE5-F712761E65A0}"/>
                </a:ext>
              </a:extLst>
            </p:cNvPr>
            <p:cNvSpPr txBox="1"/>
            <p:nvPr/>
          </p:nvSpPr>
          <p:spPr>
            <a:xfrm>
              <a:off x="740266" y="2331165"/>
              <a:ext cx="2176476" cy="64633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400" dirty="0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Metric </a:t>
              </a:r>
              <a:r>
                <a:rPr lang="en-US" sz="1400" dirty="0" err="1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sectie</a:t>
              </a:r>
              <a:r>
                <a:rPr lang="en-US" sz="1400" dirty="0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afmaken</a:t>
              </a:r>
              <a:endParaRPr lang="en-US" sz="1400" dirty="0">
                <a:solidFill>
                  <a:srgbClr val="FFFFFF"/>
                </a:solidFill>
                <a:latin typeface="Lexend Medium" pitchFamily="2" charset="77"/>
                <a:cs typeface="Montserrat" panose="00000500000000000000" pitchFamily="2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Conclusie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Medium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400" dirty="0" err="1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Aanbevelingen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48883CC-CBEF-53DD-53AB-0C8642865949}"/>
              </a:ext>
            </a:extLst>
          </p:cNvPr>
          <p:cNvGrpSpPr/>
          <p:nvPr/>
        </p:nvGrpSpPr>
        <p:grpSpPr>
          <a:xfrm>
            <a:off x="8842671" y="2935142"/>
            <a:ext cx="1933209" cy="1216233"/>
            <a:chOff x="740265" y="1976706"/>
            <a:chExt cx="1933209" cy="1216233"/>
          </a:xfrm>
        </p:grpSpPr>
        <p:sp>
          <p:nvSpPr>
            <p:cNvPr id="12" name="2021">
              <a:extLst>
                <a:ext uri="{FF2B5EF4-FFF2-40B4-BE49-F238E27FC236}">
                  <a16:creationId xmlns:a16="http://schemas.microsoft.com/office/drawing/2014/main" id="{078988BF-0211-BE37-6520-A3BE8A11093D}"/>
                </a:ext>
              </a:extLst>
            </p:cNvPr>
            <p:cNvSpPr txBox="1"/>
            <p:nvPr/>
          </p:nvSpPr>
          <p:spPr>
            <a:xfrm>
              <a:off x="740265" y="1976706"/>
              <a:ext cx="1933209" cy="3271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  </a:ext>
            </a:extLst>
          </p:spPr>
          <p:txBody>
            <a:bodyPr wrap="square" lIns="0" tIns="0" rIns="0" bIns="0" anchor="b">
              <a:spAutoFit/>
            </a:bodyPr>
            <a:lstStyle>
              <a:lvl1pPr>
                <a:lnSpc>
                  <a:spcPct val="130000"/>
                </a:lnSpc>
                <a:defRPr sz="36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SemiBold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Documentatie</a:t>
              </a:r>
              <a:endPara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  <p:sp>
          <p:nvSpPr>
            <p:cNvPr id="13" name="Firstly we will do this">
              <a:extLst>
                <a:ext uri="{FF2B5EF4-FFF2-40B4-BE49-F238E27FC236}">
                  <a16:creationId xmlns:a16="http://schemas.microsoft.com/office/drawing/2014/main" id="{B4BF2055-FE0D-1A8A-BF3F-D140BBB49503}"/>
                </a:ext>
              </a:extLst>
            </p:cNvPr>
            <p:cNvSpPr txBox="1"/>
            <p:nvPr/>
          </p:nvSpPr>
          <p:spPr>
            <a:xfrm>
              <a:off x="740266" y="2331165"/>
              <a:ext cx="1912888" cy="86177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400" dirty="0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Confluence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Installation guide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400" dirty="0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Startup guide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Config guide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EA2415-068B-C7A6-2FA4-E1EF7FBE474D}"/>
              </a:ext>
            </a:extLst>
          </p:cNvPr>
          <p:cNvGrpSpPr/>
          <p:nvPr/>
        </p:nvGrpSpPr>
        <p:grpSpPr>
          <a:xfrm>
            <a:off x="8828772" y="4773614"/>
            <a:ext cx="1947105" cy="1000790"/>
            <a:chOff x="740265" y="1976706"/>
            <a:chExt cx="1947105" cy="1000790"/>
          </a:xfrm>
        </p:grpSpPr>
        <p:sp>
          <p:nvSpPr>
            <p:cNvPr id="16" name="2021">
              <a:extLst>
                <a:ext uri="{FF2B5EF4-FFF2-40B4-BE49-F238E27FC236}">
                  <a16:creationId xmlns:a16="http://schemas.microsoft.com/office/drawing/2014/main" id="{D3D689DB-066C-780A-CA8F-B2C0EA6F2BC3}"/>
                </a:ext>
              </a:extLst>
            </p:cNvPr>
            <p:cNvSpPr txBox="1"/>
            <p:nvPr/>
          </p:nvSpPr>
          <p:spPr>
            <a:xfrm>
              <a:off x="740265" y="1976706"/>
              <a:ext cx="1947105" cy="3271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  </a:ext>
            </a:extLst>
          </p:spPr>
          <p:txBody>
            <a:bodyPr wrap="square" lIns="0" tIns="0" rIns="0" bIns="0" anchor="b">
              <a:spAutoFit/>
            </a:bodyPr>
            <a:lstStyle>
              <a:lvl1pPr>
                <a:lnSpc>
                  <a:spcPct val="130000"/>
                </a:lnSpc>
                <a:defRPr sz="36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SemiBold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Portfolio</a:t>
              </a:r>
              <a:endPara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  <p:sp>
          <p:nvSpPr>
            <p:cNvPr id="20" name="Firstly we will do this">
              <a:extLst>
                <a:ext uri="{FF2B5EF4-FFF2-40B4-BE49-F238E27FC236}">
                  <a16:creationId xmlns:a16="http://schemas.microsoft.com/office/drawing/2014/main" id="{AA2C9521-BC0E-9086-D187-C2A23999CF5B}"/>
                </a:ext>
              </a:extLst>
            </p:cNvPr>
            <p:cNvSpPr txBox="1"/>
            <p:nvPr/>
          </p:nvSpPr>
          <p:spPr>
            <a:xfrm>
              <a:off x="740266" y="2331165"/>
              <a:ext cx="1912888" cy="64633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Alles </a:t>
              </a:r>
              <a:r>
                <a:rPr lang="en-US" sz="1400" dirty="0" err="1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toevoegen</a:t>
              </a:r>
              <a:endParaRPr lang="en-US" sz="1400" dirty="0">
                <a:solidFill>
                  <a:srgbClr val="FFFFFF"/>
                </a:solidFill>
                <a:latin typeface="Lexend Medium" pitchFamily="2" charset="77"/>
                <a:cs typeface="Montserrat" panose="00000500000000000000" pitchFamily="2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400" dirty="0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Eind delivery </a:t>
              </a:r>
              <a:r>
                <a:rPr lang="en-US" sz="1400" dirty="0" err="1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schrijven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Medium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A1D4639-68A6-6020-4AEC-9B3DC1A2F410}"/>
              </a:ext>
            </a:extLst>
          </p:cNvPr>
          <p:cNvGrpSpPr/>
          <p:nvPr/>
        </p:nvGrpSpPr>
        <p:grpSpPr>
          <a:xfrm>
            <a:off x="5212698" y="2000892"/>
            <a:ext cx="1997723" cy="1211744"/>
            <a:chOff x="569340" y="2006394"/>
            <a:chExt cx="1997723" cy="1211744"/>
          </a:xfrm>
        </p:grpSpPr>
        <p:sp>
          <p:nvSpPr>
            <p:cNvPr id="35" name="2021">
              <a:extLst>
                <a:ext uri="{FF2B5EF4-FFF2-40B4-BE49-F238E27FC236}">
                  <a16:creationId xmlns:a16="http://schemas.microsoft.com/office/drawing/2014/main" id="{EE33BD6F-6CA9-B1B7-C917-7FA618546C13}"/>
                </a:ext>
              </a:extLst>
            </p:cNvPr>
            <p:cNvSpPr txBox="1"/>
            <p:nvPr/>
          </p:nvSpPr>
          <p:spPr>
            <a:xfrm>
              <a:off x="581570" y="2006394"/>
              <a:ext cx="1896524" cy="32265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  </a:ext>
            </a:extLst>
          </p:spPr>
          <p:txBody>
            <a:bodyPr wrap="square" lIns="0" tIns="0" rIns="0" bIns="0" anchor="b">
              <a:spAutoFit/>
            </a:bodyPr>
            <a:lstStyle>
              <a:lvl1pPr>
                <a:lnSpc>
                  <a:spcPct val="130000"/>
                </a:lnSpc>
                <a:defRPr sz="36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SemiBold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Proof of Concept</a:t>
              </a:r>
              <a:endPara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  <p:sp>
          <p:nvSpPr>
            <p:cNvPr id="36" name="Firstly we will do this">
              <a:extLst>
                <a:ext uri="{FF2B5EF4-FFF2-40B4-BE49-F238E27FC236}">
                  <a16:creationId xmlns:a16="http://schemas.microsoft.com/office/drawing/2014/main" id="{66AE32AE-8590-79D2-F374-F3428C93D122}"/>
                </a:ext>
              </a:extLst>
            </p:cNvPr>
            <p:cNvSpPr txBox="1"/>
            <p:nvPr/>
          </p:nvSpPr>
          <p:spPr>
            <a:xfrm>
              <a:off x="569340" y="2356364"/>
              <a:ext cx="1997723" cy="86177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marL="285750" marR="0" lvl="0" indent="-2857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Architectuur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Medium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endParaRPr>
            </a:p>
            <a:p>
              <a:pPr marL="285750" marR="0" lvl="0" indent="-2857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Linken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Componenten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Medium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endParaRPr>
            </a:p>
            <a:p>
              <a:pPr marL="285750" marR="0" lvl="0" indent="-2857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400" dirty="0" err="1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Opslaan</a:t>
              </a:r>
              <a:r>
                <a:rPr lang="en-US" sz="1400" dirty="0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 Logs</a:t>
              </a:r>
            </a:p>
            <a:p>
              <a:pPr marL="285750" marR="0" lvl="0" indent="-2857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400" dirty="0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Testen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0B090D3-B273-08DD-B94B-FE12E9D777C1}"/>
              </a:ext>
            </a:extLst>
          </p:cNvPr>
          <p:cNvGrpSpPr/>
          <p:nvPr/>
        </p:nvGrpSpPr>
        <p:grpSpPr>
          <a:xfrm>
            <a:off x="5224928" y="3887426"/>
            <a:ext cx="2147019" cy="1216233"/>
            <a:chOff x="565206" y="2001905"/>
            <a:chExt cx="2147019" cy="1216233"/>
          </a:xfrm>
        </p:grpSpPr>
        <p:sp>
          <p:nvSpPr>
            <p:cNvPr id="44" name="2021">
              <a:extLst>
                <a:ext uri="{FF2B5EF4-FFF2-40B4-BE49-F238E27FC236}">
                  <a16:creationId xmlns:a16="http://schemas.microsoft.com/office/drawing/2014/main" id="{1282BCDA-13A8-D0AD-73D0-3211F112BED4}"/>
                </a:ext>
              </a:extLst>
            </p:cNvPr>
            <p:cNvSpPr txBox="1"/>
            <p:nvPr/>
          </p:nvSpPr>
          <p:spPr>
            <a:xfrm>
              <a:off x="565206" y="2001905"/>
              <a:ext cx="1912888" cy="3271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  </a:ext>
            </a:extLst>
          </p:spPr>
          <p:txBody>
            <a:bodyPr wrap="square" lIns="0" tIns="0" rIns="0" bIns="0" anchor="b">
              <a:spAutoFit/>
            </a:bodyPr>
            <a:lstStyle>
              <a:lvl1pPr>
                <a:lnSpc>
                  <a:spcPct val="130000"/>
                </a:lnSpc>
                <a:defRPr sz="36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SemiBold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Afronding</a:t>
              </a:r>
              <a:endPara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  <p:sp>
          <p:nvSpPr>
            <p:cNvPr id="45" name="Firstly we will do this">
              <a:extLst>
                <a:ext uri="{FF2B5EF4-FFF2-40B4-BE49-F238E27FC236}">
                  <a16:creationId xmlns:a16="http://schemas.microsoft.com/office/drawing/2014/main" id="{D676062F-48D5-6CCA-5C94-36A9083680AB}"/>
                </a:ext>
              </a:extLst>
            </p:cNvPr>
            <p:cNvSpPr txBox="1"/>
            <p:nvPr/>
          </p:nvSpPr>
          <p:spPr>
            <a:xfrm>
              <a:off x="569340" y="2356364"/>
              <a:ext cx="2142885" cy="86177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lnSpc>
                  <a:spcPct val="140000"/>
                </a:lnSpc>
                <a:defRPr sz="2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 marL="285750" marR="0" lvl="0" indent="-2857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Overdrachts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 document</a:t>
              </a:r>
            </a:p>
            <a:p>
              <a:pPr marL="285750" marR="0" lvl="0" indent="-2857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400" dirty="0" err="1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Aanbevelings</a:t>
              </a:r>
              <a:r>
                <a:rPr lang="en-US" sz="1400" dirty="0">
                  <a:solidFill>
                    <a:srgbClr val="FFFFFF"/>
                  </a:solidFill>
                  <a:latin typeface="Lexend Medium" pitchFamily="2" charset="77"/>
                  <a:cs typeface="Montserrat" panose="00000500000000000000" pitchFamily="2" charset="0"/>
                </a:rPr>
                <a:t> document</a:t>
              </a:r>
            </a:p>
            <a:p>
              <a:pPr marL="285750" marR="0" lvl="0" indent="-2857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exend Medium" pitchFamily="2" charset="77"/>
                  <a:ea typeface="+mn-ea"/>
                  <a:cs typeface="Montserrat" panose="00000500000000000000" pitchFamily="2" charset="0"/>
                  <a:sym typeface="Montserrat" panose="00000500000000000000" pitchFamily="2" charset="0"/>
                </a:rPr>
                <a:t>Presentatie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Medium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967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estor Presentation">
            <a:extLst>
              <a:ext uri="{FF2B5EF4-FFF2-40B4-BE49-F238E27FC236}">
                <a16:creationId xmlns:a16="http://schemas.microsoft.com/office/drawing/2014/main" id="{DC2577AF-E4DD-2809-31E5-A62687CBCD6A}"/>
              </a:ext>
            </a:extLst>
          </p:cNvPr>
          <p:cNvSpPr txBox="1"/>
          <p:nvPr/>
        </p:nvSpPr>
        <p:spPr>
          <a:xfrm>
            <a:off x="634834" y="2787966"/>
            <a:ext cx="10919156" cy="1282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t">
            <a:spAutoFit/>
          </a:bodyPr>
          <a:lstStyle>
            <a:lvl1pPr>
              <a:lnSpc>
                <a:spcPct val="100000"/>
              </a:lnSpc>
              <a:defRPr sz="16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7998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Vragen?</a:t>
            </a:r>
          </a:p>
        </p:txBody>
      </p:sp>
    </p:spTree>
    <p:extLst>
      <p:ext uri="{BB962C8B-B14F-4D97-AF65-F5344CB8AC3E}">
        <p14:creationId xmlns:p14="http://schemas.microsoft.com/office/powerpoint/2010/main" val="109973076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heme/theme1.xml><?xml version="1.0" encoding="utf-8"?>
<a:theme xmlns:a="http://schemas.openxmlformats.org/drawingml/2006/main" name="AmeXio Dark">
  <a:themeElements>
    <a:clrScheme name="AmeXi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84771"/>
      </a:accent1>
      <a:accent2>
        <a:srgbClr val="D9E8F5"/>
      </a:accent2>
      <a:accent3>
        <a:srgbClr val="ED6C24"/>
      </a:accent3>
      <a:accent4>
        <a:srgbClr val="0A1C35"/>
      </a:accent4>
      <a:accent5>
        <a:srgbClr val="86ABD3"/>
      </a:accent5>
      <a:accent6>
        <a:srgbClr val="FFC155"/>
      </a:accent6>
      <a:hlink>
        <a:srgbClr val="EC6B23"/>
      </a:hlink>
      <a:folHlink>
        <a:srgbClr val="85ABD3"/>
      </a:folHlink>
    </a:clrScheme>
    <a:fontScheme name="Acolad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160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5E8C6467-3FCF-45E2-823E-13D0C05D5583}" vid="{A6A3F37D-F7DE-4554-A0FE-9B8FD0B8E3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AmeXio">
    <a:dk1>
      <a:srgbClr val="000000"/>
    </a:dk1>
    <a:lt1>
      <a:srgbClr val="FFFFFF"/>
    </a:lt1>
    <a:dk2>
      <a:srgbClr val="000000"/>
    </a:dk2>
    <a:lt2>
      <a:srgbClr val="FFFFFF"/>
    </a:lt2>
    <a:accent1>
      <a:srgbClr val="084771"/>
    </a:accent1>
    <a:accent2>
      <a:srgbClr val="D9E8F5"/>
    </a:accent2>
    <a:accent3>
      <a:srgbClr val="ED6C24"/>
    </a:accent3>
    <a:accent4>
      <a:srgbClr val="0A1C35"/>
    </a:accent4>
    <a:accent5>
      <a:srgbClr val="86ABD3"/>
    </a:accent5>
    <a:accent6>
      <a:srgbClr val="FFC155"/>
    </a:accent6>
    <a:hlink>
      <a:srgbClr val="EC6B23"/>
    </a:hlink>
    <a:folHlink>
      <a:srgbClr val="85ABD3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1A271B3A088F4A89C1976303C8D5E8" ma:contentTypeVersion="9" ma:contentTypeDescription="Crée un document." ma:contentTypeScope="" ma:versionID="67f3e143820c11fa56e2433bed9253ee">
  <xsd:schema xmlns:xsd="http://www.w3.org/2001/XMLSchema" xmlns:xs="http://www.w3.org/2001/XMLSchema" xmlns:p="http://schemas.microsoft.com/office/2006/metadata/properties" xmlns:ns3="a45f2905-77ee-42bd-8228-49808a571fe5" targetNamespace="http://schemas.microsoft.com/office/2006/metadata/properties" ma:root="true" ma:fieldsID="4c5e0367a6c921998a88f5040935fa68" ns3:_="">
    <xsd:import namespace="a45f2905-77ee-42bd-8228-49808a571fe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5f2905-77ee-42bd-8228-49808a571fe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45f2905-77ee-42bd-8228-49808a571fe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2F0200F-1B76-47D1-800D-3A4A3D53E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5f2905-77ee-42bd-8228-49808a571f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89FD516-51B5-490D-973D-ECB69D157FE8}">
  <ds:schemaRefs>
    <ds:schemaRef ds:uri="http://www.w3.org/XML/1998/namespace"/>
    <ds:schemaRef ds:uri="http://purl.org/dc/dcmitype/"/>
    <ds:schemaRef ds:uri="http://schemas.microsoft.com/office/2006/metadata/properties"/>
    <ds:schemaRef ds:uri="http://schemas.openxmlformats.org/package/2006/metadata/core-properties"/>
    <ds:schemaRef ds:uri="a45f2905-77ee-42bd-8228-49808a571fe5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90B4A44-066C-4BF1-93A8-A8C84E187BA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1484</TotalTime>
  <Words>183</Words>
  <Application>Microsoft Office PowerPoint</Application>
  <PresentationFormat>Widescreen</PresentationFormat>
  <Paragraphs>103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Lexend Light</vt:lpstr>
      <vt:lpstr>Lexend Medium</vt:lpstr>
      <vt:lpstr>Lexend SemiBold</vt:lpstr>
      <vt:lpstr>Montserrat</vt:lpstr>
      <vt:lpstr>AmeXio Dark</vt:lpstr>
      <vt:lpstr>Delivery 6</vt:lpstr>
      <vt:lpstr>PowerPoint Presentation</vt:lpstr>
      <vt:lpstr>PowerPoint Presentation</vt:lpstr>
      <vt:lpstr>X-Day</vt:lpstr>
      <vt:lpstr>PowerPoint Presentation</vt:lpstr>
      <vt:lpstr>Authenticatie API metrics</vt:lpstr>
      <vt:lpstr>PowerPoint Presentation</vt:lpstr>
      <vt:lpstr>Volgende sprint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Verkuijlen,Bram A.G.M.</dc:creator>
  <cp:lastModifiedBy>Bram Verkuijlen</cp:lastModifiedBy>
  <cp:revision>50</cp:revision>
  <dcterms:created xsi:type="dcterms:W3CDTF">2025-09-26T11:13:52Z</dcterms:created>
  <dcterms:modified xsi:type="dcterms:W3CDTF">2025-12-10T09:42:53Z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0x010100261A271B3A088F4A89C1976303C8D5E8</vt:lpwstr>
  </property>
</Properties>
</file>