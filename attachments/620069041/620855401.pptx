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Override1.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2.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2" r:id="rId6"/>
  </p:sldMasterIdLst>
  <p:notesMasterIdLst>
    <p:notesMasterId r:id="rId15"/>
  </p:notesMasterIdLst>
  <p:sldIdLst>
    <p:sldId id="2147474122" r:id="rId7"/>
    <p:sldId id="2147474136" r:id="rId8"/>
    <p:sldId id="2147473648" r:id="rId9"/>
    <p:sldId id="2147474125" r:id="rId10"/>
    <p:sldId id="2147474137" r:id="rId11"/>
    <p:sldId id="2147474138" r:id="rId12"/>
    <p:sldId id="2147473904" r:id="rId13"/>
    <p:sldId id="2147474007" r:id="rId1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D4B4C8-6056-39B2-EF67-FA682160A939}" name="Bram Verkuijlen" initials="BV" userId="S::Bram.Verkuijlen@amexiogroup.com::acf0c775-48c9-4a0f-bfad-3aeb65e5bb6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123DD6-6EA4-463B-BCCF-0F74B27662AA}" v="48" dt="2025-11-12T10:12:58.165"/>
  </p1510:revLst>
</p1510:revInfo>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449" autoAdjust="0"/>
  </p:normalViewPr>
  <p:slideViewPr>
    <p:cSldViewPr snapToGrid="0">
      <p:cViewPr varScale="1">
        <p:scale>
          <a:sx n="117" d="100"/>
          <a:sy n="117" d="100"/>
        </p:scale>
        <p:origin x="19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65B01-4606-40AC-93E3-AD2387E162FF}" type="datetimeFigureOut">
              <a:rPr lang="en-NL" smtClean="0"/>
              <a:t>27/11/2025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9790-A626-4BEA-BF0F-DDF08C24D8D0}" type="slidenum">
              <a:rPr lang="en-NL" smtClean="0"/>
              <a:t>‹#›</a:t>
            </a:fld>
            <a:endParaRPr lang="en-NL"/>
          </a:p>
        </p:txBody>
      </p:sp>
    </p:spTree>
    <p:extLst>
      <p:ext uri="{BB962C8B-B14F-4D97-AF65-F5344CB8AC3E}">
        <p14:creationId xmlns:p14="http://schemas.microsoft.com/office/powerpoint/2010/main" val="62667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BDF96-D5CA-4A74-A36D-818AC70E8BDD}" type="slidenum">
              <a:rPr lang="en-US" smtClean="0"/>
              <a:pPr/>
              <a:t>1</a:t>
            </a:fld>
            <a:endParaRPr lang="en-US"/>
          </a:p>
        </p:txBody>
      </p:sp>
      <p:sp>
        <p:nvSpPr>
          <p:cNvPr id="5" name="Date Placeholder 4">
            <a:extLst>
              <a:ext uri="{FF2B5EF4-FFF2-40B4-BE49-F238E27FC236}">
                <a16:creationId xmlns:a16="http://schemas.microsoft.com/office/drawing/2014/main" id="{7300098C-8744-4235-CCDC-D177C4E75AE4}"/>
              </a:ext>
            </a:extLst>
          </p:cNvPr>
          <p:cNvSpPr>
            <a:spLocks noGrp="1"/>
          </p:cNvSpPr>
          <p:nvPr>
            <p:ph type="dt" idx="1"/>
          </p:nvPr>
        </p:nvSpPr>
        <p:spPr/>
        <p:txBody>
          <a:bodyPr/>
          <a:lstStyle/>
          <a:p>
            <a:fld id="{64BCB922-72D5-234C-8D93-FB6B96B41EAE}" type="datetime1">
              <a:rPr lang="en-US" smtClean="0"/>
              <a:t>11/27/2025</a:t>
            </a:fld>
            <a:endParaRPr lang="en-US" dirty="0"/>
          </a:p>
        </p:txBody>
      </p:sp>
    </p:spTree>
    <p:extLst>
      <p:ext uri="{BB962C8B-B14F-4D97-AF65-F5344CB8AC3E}">
        <p14:creationId xmlns:p14="http://schemas.microsoft.com/office/powerpoint/2010/main" val="999042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B6F22ECB-74EE-56A5-2940-069CF432013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61305A-1E83-EC46-98FE-CF49AB05A82D}"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11/27/2025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3829546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3 verschillende ready to go versies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OTLP</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OTEL versie van OpenTelemetry heeft alleen de functionaliteit om data via het OTLP protocol binnen te krijgen en via het OTLP protocol te verzenden.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CORE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CORE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mogelijkheden van de OTLP versie, plus een aantal input en output mogelijkheden voor populaire systemen zoals Prometheus 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Grafana</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CONTRIB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mogelijken</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input en output mogelijkheden die momenteel beschikbaar zijn voor OpenTelemetry, waaronder ook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Wel is het aangeraden om voor een productie environment gebruik te maken van de OpenTelemetry collector builder om een instantie te maken met alleen de installaties die nodig zijn voor het project.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connectie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Door middel van de </a:t>
            </a: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 van OpenTelemetry heb ik een connectie werkend gekregen tussen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en OpenTelemetry waarin de logs bijna volledig correct overgezet worden naar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Host metrics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De OpenTelemetry collector kan naast het verwerken en doorsturen van data uit van verschillende tools ook data uit het systeem zelf ophalen door middel van de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HostMetrics</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Input. Dit maakt het mogelijk om data als CPU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usage</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van het systeem te meten.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u="sng" dirty="0">
                <a:solidFill>
                  <a:srgbClr val="FFFFFF"/>
                </a:solidFill>
                <a:latin typeface="Lexend Medium"/>
                <a:ea typeface="+mn-lt"/>
                <a:cs typeface="+mn-lt"/>
              </a:rPr>
              <a:t>Nog geen</a:t>
            </a:r>
            <a:r>
              <a:rPr lang="nl-NL" sz="1200" dirty="0">
                <a:solidFill>
                  <a:srgbClr val="FFFFFF"/>
                </a:solidFill>
                <a:latin typeface="Lexend Medium"/>
                <a:ea typeface="+mn-lt"/>
                <a:cs typeface="+mn-lt"/>
              </a:rPr>
              <a:t> data verwerking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a:solidFill>
                  <a:srgbClr val="FFFFFF"/>
                </a:solidFill>
                <a:latin typeface="Lexend Medium"/>
                <a:ea typeface="+mn-lt"/>
                <a:cs typeface="+mn-lt"/>
              </a:rPr>
              <a:t>Omdat er momenteel nog een paar kleine foutjes zitten tussen de connectie van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 bit naar OpenTelemetry heb ik helaas nog geen tijd gehad om de data te verwerken en filteren in de OpenTelemetry Collector</a:t>
            </a:r>
          </a:p>
          <a:p>
            <a:endParaRPr lang="nl-NL" dirty="0"/>
          </a:p>
        </p:txBody>
      </p:sp>
      <p:sp>
        <p:nvSpPr>
          <p:cNvPr id="4" name="Slide Number Placeholder 3"/>
          <p:cNvSpPr>
            <a:spLocks noGrp="1"/>
          </p:cNvSpPr>
          <p:nvPr>
            <p:ph type="sldNum" sz="quarter" idx="5"/>
          </p:nvPr>
        </p:nvSpPr>
        <p:spPr/>
        <p:txBody>
          <a:bodyPr/>
          <a:lstStyle/>
          <a:p>
            <a:fld id="{75969790-A626-4BEA-BF0F-DDF08C24D8D0}" type="slidenum">
              <a:rPr lang="en-NL" smtClean="0"/>
              <a:t>3</a:t>
            </a:fld>
            <a:endParaRPr lang="en-NL"/>
          </a:p>
        </p:txBody>
      </p:sp>
    </p:spTree>
    <p:extLst>
      <p:ext uri="{BB962C8B-B14F-4D97-AF65-F5344CB8AC3E}">
        <p14:creationId xmlns:p14="http://schemas.microsoft.com/office/powerpoint/2010/main" val="1124521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DEMO</a:t>
            </a:r>
          </a:p>
          <a:p>
            <a:pPr marL="628650" lvl="1" indent="-171450">
              <a:buFont typeface="Arial" panose="020B0604020202020204" pitchFamily="34" charset="0"/>
              <a:buChar char="•"/>
            </a:pPr>
            <a:r>
              <a:rPr lang="nl-NL" dirty="0"/>
              <a:t>In plaats van een demo heb ik op de volgende pagina’s foto’s met beschrijvingen toegevoegd.</a:t>
            </a:r>
            <a:br>
              <a:rPr lang="nl-NL" dirty="0"/>
            </a:br>
            <a:r>
              <a:rPr lang="nl-NL" dirty="0"/>
              <a:t>Mocht je hier vragen over hebben of meer willen zien van mijn POC, kom dan gerust even langs.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64174763-4724-3860-58BE-6A2B7476585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C2094B-37E7-0645-BA7F-64F6DCB93079}"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11/27/2025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4139684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25CC-5955-73C8-3B28-210B2CF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E01FA-1860-BABB-3B00-169B48A63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AD44D-C63D-7104-755C-D89DEBA2320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3 verschillende ready to go versies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OTLP</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OTEL versie van OpenTelemetry heeft alleen de functionaliteit om data via het OTLP protocol binnen te krijgen en via het OTLP protocol te verzenden.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CORE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CORE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mogelijkheden van de OTLP versie, plus een aantal input en output mogelijkheden voor populaire systemen zoals Prometheus 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Grafana</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CONTRIB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mogelijken</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input en output mogelijkheden die momenteel beschikbaar zijn voor OpenTelemetry, waaronder ook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Wel is het aangeraden om voor een productie environment gebruik te maken van de OpenTelemetry collector builder om een instantie te maken met alleen de installaties die nodig zijn voor het project.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connectie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Door middel van de </a:t>
            </a: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 van OpenTelemetry heb ik een connectie werkend gekregen tussen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en OpenTelemetry waarin de logs bijna volledig correct overgezet worden naar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Host metrics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De OpenTelemetry collector kan naast het verwerken en doorsturen van data uit van verschillende tools ook data uit het systeem zelf ophalen door middel van de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HostMetrics</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Input. Dit maakt het mogelijk om data als CPU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usage</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van het systeem te meten.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u="sng" dirty="0">
                <a:solidFill>
                  <a:srgbClr val="FFFFFF"/>
                </a:solidFill>
                <a:latin typeface="Lexend Medium"/>
                <a:ea typeface="+mn-lt"/>
                <a:cs typeface="+mn-lt"/>
              </a:rPr>
              <a:t>Nog geen</a:t>
            </a:r>
            <a:r>
              <a:rPr lang="nl-NL" sz="1200" dirty="0">
                <a:solidFill>
                  <a:srgbClr val="FFFFFF"/>
                </a:solidFill>
                <a:latin typeface="Lexend Medium"/>
                <a:ea typeface="+mn-lt"/>
                <a:cs typeface="+mn-lt"/>
              </a:rPr>
              <a:t> data verwerking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a:solidFill>
                  <a:srgbClr val="FFFFFF"/>
                </a:solidFill>
                <a:latin typeface="Lexend Medium"/>
                <a:ea typeface="+mn-lt"/>
                <a:cs typeface="+mn-lt"/>
              </a:rPr>
              <a:t>Omdat er momenteel nog een paar kleine foutjes zitten tussen de connectie van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 bit naar OpenTelemetry heb ik helaas nog geen tijd gehad om de data te verwerken en filteren in de OpenTelemetry Collector</a:t>
            </a:r>
          </a:p>
          <a:p>
            <a:endParaRPr lang="nl-NL" dirty="0"/>
          </a:p>
        </p:txBody>
      </p:sp>
      <p:sp>
        <p:nvSpPr>
          <p:cNvPr id="4" name="Slide Number Placeholder 3">
            <a:extLst>
              <a:ext uri="{FF2B5EF4-FFF2-40B4-BE49-F238E27FC236}">
                <a16:creationId xmlns:a16="http://schemas.microsoft.com/office/drawing/2014/main" id="{312E654D-30FA-D3FE-5AEC-7537BAA9EC4E}"/>
              </a:ext>
            </a:extLst>
          </p:cNvPr>
          <p:cNvSpPr>
            <a:spLocks noGrp="1"/>
          </p:cNvSpPr>
          <p:nvPr>
            <p:ph type="sldNum" sz="quarter" idx="5"/>
          </p:nvPr>
        </p:nvSpPr>
        <p:spPr/>
        <p:txBody>
          <a:bodyPr/>
          <a:lstStyle/>
          <a:p>
            <a:fld id="{75969790-A626-4BEA-BF0F-DDF08C24D8D0}" type="slidenum">
              <a:rPr lang="en-NL" smtClean="0"/>
              <a:t>5</a:t>
            </a:fld>
            <a:endParaRPr lang="en-NL"/>
          </a:p>
        </p:txBody>
      </p:sp>
    </p:spTree>
    <p:extLst>
      <p:ext uri="{BB962C8B-B14F-4D97-AF65-F5344CB8AC3E}">
        <p14:creationId xmlns:p14="http://schemas.microsoft.com/office/powerpoint/2010/main" val="3954674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0826-C158-7D8A-F7B3-FD5CCDB97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F1E69-D120-DEB3-A042-7B22390B6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82CDD-A4F4-23A2-E6CF-4B6123B0824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3 verschillende ready to go versies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OTLP</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OTEL versie van OpenTelemetry heeft alleen de functionaliteit om data via het OTLP protocol binnen te krijgen en via het OTLP protocol te verzenden.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CORE</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CORE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mogelijkheden van de OTLP versie, plus een aantal input en output mogelijkheden voor populaire systemen zoals Prometheus 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Grafana</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De CONTRIB versie van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heeft alle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mogelijken</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input en output mogelijkheden die momenteel beschikbaar zijn voor OpenTelemetry, waaronder ook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Wel is het aangeraden om voor een productie environment gebruik te maken van de OpenTelemetry collector builder om een instantie te maken met alleen de installaties die nodig zijn voor het project. </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connectie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Door middel van de </a:t>
            </a:r>
            <a:r>
              <a:rPr kumimoji="0" lang="nl-NL" sz="1200" b="1"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CONTRIB</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versie van OpenTelemetry heb ik een connectie werkend gekregen tussen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Fluent</a:t>
            </a:r>
            <a:r>
              <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bit en OpenTelemetry waarin de logs bijna volledig correct overgezet worden naar </a:t>
            </a:r>
            <a:r>
              <a:rPr kumimoji="0" lang="nl-NL" sz="12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OpenTelemtry</a:t>
            </a:r>
            <a:endParaRPr kumimoji="0" lang="nl-NL" sz="12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Host metrics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De OpenTelemetry collector kan naast het verwerken en doorsturen van data uit van verschillende tools ook data uit het systeem zelf ophalen door middel van de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HostMetrics</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Input. Dit maakt het mogelijk om data als CPU </a:t>
            </a:r>
            <a:r>
              <a:rPr kumimoji="0" lang="nl-NL" sz="12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usage</a:t>
            </a:r>
            <a:r>
              <a:rPr kumimoji="0" lang="nl-NL" sz="12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 van het systeem te meten.</a:t>
            </a:r>
          </a:p>
          <a:p>
            <a:pPr marL="171450" indent="-171450">
              <a:buFont typeface="Arial" panose="020B0604020202020204" pitchFamily="34" charset="0"/>
              <a:buChar char="•"/>
            </a:pPr>
            <a:endParaRPr lang="nl-N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u="sng" dirty="0">
                <a:solidFill>
                  <a:srgbClr val="FFFFFF"/>
                </a:solidFill>
                <a:latin typeface="Lexend Medium"/>
                <a:ea typeface="+mn-lt"/>
                <a:cs typeface="+mn-lt"/>
              </a:rPr>
              <a:t>Nog geen</a:t>
            </a:r>
            <a:r>
              <a:rPr lang="nl-NL" sz="1200" dirty="0">
                <a:solidFill>
                  <a:srgbClr val="FFFFFF"/>
                </a:solidFill>
                <a:latin typeface="Lexend Medium"/>
                <a:ea typeface="+mn-lt"/>
                <a:cs typeface="+mn-lt"/>
              </a:rPr>
              <a:t> data verwerking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dirty="0">
                <a:solidFill>
                  <a:srgbClr val="FFFFFF"/>
                </a:solidFill>
                <a:latin typeface="Lexend Medium"/>
                <a:ea typeface="+mn-lt"/>
                <a:cs typeface="+mn-lt"/>
              </a:rPr>
              <a:t>Omdat er momenteel nog een paar kleine foutjes zitten tussen de connectie van </a:t>
            </a:r>
            <a:r>
              <a:rPr lang="nl-NL" sz="1200" dirty="0" err="1">
                <a:solidFill>
                  <a:srgbClr val="FFFFFF"/>
                </a:solidFill>
                <a:latin typeface="Lexend Medium"/>
                <a:ea typeface="+mn-lt"/>
                <a:cs typeface="+mn-lt"/>
              </a:rPr>
              <a:t>Fluent</a:t>
            </a:r>
            <a:r>
              <a:rPr lang="nl-NL" sz="1200" dirty="0">
                <a:solidFill>
                  <a:srgbClr val="FFFFFF"/>
                </a:solidFill>
                <a:latin typeface="Lexend Medium"/>
                <a:ea typeface="+mn-lt"/>
                <a:cs typeface="+mn-lt"/>
              </a:rPr>
              <a:t> bit naar OpenTelemetry heb ik helaas nog geen tijd gehad om de data te verwerken en filteren in de OpenTelemetry Collector</a:t>
            </a:r>
          </a:p>
          <a:p>
            <a:endParaRPr lang="nl-NL" dirty="0"/>
          </a:p>
        </p:txBody>
      </p:sp>
      <p:sp>
        <p:nvSpPr>
          <p:cNvPr id="4" name="Slide Number Placeholder 3">
            <a:extLst>
              <a:ext uri="{FF2B5EF4-FFF2-40B4-BE49-F238E27FC236}">
                <a16:creationId xmlns:a16="http://schemas.microsoft.com/office/drawing/2014/main" id="{ABC2639C-85A8-8373-1BA5-8D1EBE4E9A24}"/>
              </a:ext>
            </a:extLst>
          </p:cNvPr>
          <p:cNvSpPr>
            <a:spLocks noGrp="1"/>
          </p:cNvSpPr>
          <p:nvPr>
            <p:ph type="sldNum" sz="quarter" idx="5"/>
          </p:nvPr>
        </p:nvSpPr>
        <p:spPr/>
        <p:txBody>
          <a:bodyPr/>
          <a:lstStyle/>
          <a:p>
            <a:fld id="{75969790-A626-4BEA-BF0F-DDF08C24D8D0}" type="slidenum">
              <a:rPr lang="en-NL" smtClean="0"/>
              <a:t>6</a:t>
            </a:fld>
            <a:endParaRPr lang="en-NL"/>
          </a:p>
        </p:txBody>
      </p:sp>
    </p:spTree>
    <p:extLst>
      <p:ext uri="{BB962C8B-B14F-4D97-AF65-F5344CB8AC3E}">
        <p14:creationId xmlns:p14="http://schemas.microsoft.com/office/powerpoint/2010/main" val="1854455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Voorbereiden X-day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Voor de X-day ben ik gevraagd om iets voor te bereiden voor de </a:t>
            </a:r>
            <a:r>
              <a:rPr lang="en-US" sz="1200" b="1" i="0" kern="1200">
                <a:solidFill>
                  <a:schemeClr val="tx1"/>
                </a:solidFill>
                <a:effectLst/>
                <a:latin typeface="+mn-lt"/>
                <a:ea typeface="+mn-ea"/>
                <a:cs typeface="+mn-cs"/>
              </a:rPr>
              <a:t>OpenText Insight - what's new, what’s hot </a:t>
            </a:r>
            <a:r>
              <a:rPr lang="en-US" sz="1200" b="0" i="0" kern="1200">
                <a:solidFill>
                  <a:schemeClr val="tx1"/>
                </a:solidFill>
                <a:effectLst/>
                <a:latin typeface="+mn-lt"/>
                <a:ea typeface="+mn-ea"/>
                <a:cs typeface="+mn-cs"/>
              </a:rPr>
              <a:t>booth.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noProof="0">
                <a:solidFill>
                  <a:schemeClr val="tx1"/>
                </a:solidFill>
                <a:effectLst/>
                <a:latin typeface="+mn-lt"/>
                <a:ea typeface="+mn-ea"/>
                <a:cs typeface="+mn-cs"/>
              </a:rPr>
              <a:t>Ik kan mogelijk tijdelijk Grafana aansluiten op OpenTelemetry om visueel de timings te laten zien.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noProof="0">
                <a:solidFill>
                  <a:schemeClr val="tx1"/>
                </a:solidFill>
                <a:effectLst/>
                <a:latin typeface="+mn-lt"/>
                <a:ea typeface="+mn-ea"/>
                <a:cs typeface="+mn-cs"/>
              </a:rPr>
              <a:t>Ik ben nog in overleg en het idee voor de X-day staat nog niet vast.</a:t>
            </a:r>
            <a:endParaRPr lang="nl-NL" sz="1200" b="0" noProof="0">
              <a:latin typeface="Lexend SemiBold" pitchFamily="2" charset="77"/>
              <a:cs typeface="Montserrat" panose="00000500000000000000" pitchFamily="2" charset="0"/>
            </a:endParaRPr>
          </a:p>
          <a:p>
            <a:pPr marL="171450" indent="-171450">
              <a:buFont typeface="Arial" panose="020B0604020202020204" pitchFamily="34" charset="0"/>
              <a:buChar char="•"/>
            </a:pP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Opentelemetry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Ik wil de problemen tussen OpenTelemetry en Fluent bit oplossen.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Ik wil ook de data die binnenkomt in OpenTelemetry verwerken en filteren.</a:t>
            </a:r>
          </a:p>
          <a:p>
            <a:pPr marL="171450" indent="-171450">
              <a:buFont typeface="Arial" panose="020B0604020202020204" pitchFamily="34" charset="0"/>
              <a:buChar char="•"/>
            </a:pP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Dataprepper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Ik wil Dataprepper opzetten en configureren zodat deze data kan krijgen van OpenTelemtry.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200" b="0" noProof="0">
                <a:latin typeface="Lexend SemiBold" pitchFamily="2" charset="77"/>
                <a:cs typeface="Montserrat" panose="00000500000000000000" pitchFamily="2" charset="0"/>
              </a:rPr>
              <a:t>Verdere configuratie in Dataprepper kan worden gedaan wanneer hier tijd voor over is, anders word dit meegenomen naar de volgende sprint.</a:t>
            </a:r>
            <a:endParaRPr lang="nl-NL" sz="1200" b="0" noProof="0" dirty="0">
              <a:latin typeface="Lexend SemiBold" pitchFamily="2" charset="77"/>
              <a:cs typeface="Montserrat" panose="00000500000000000000" pitchFamily="2" charset="0"/>
            </a:endParaRPr>
          </a:p>
        </p:txBody>
      </p:sp>
      <p:sp>
        <p:nvSpPr>
          <p:cNvPr id="4" name="Slide Number Placeholder 3"/>
          <p:cNvSpPr>
            <a:spLocks noGrp="1"/>
          </p:cNvSpPr>
          <p:nvPr>
            <p:ph type="sldNum" sz="quarter" idx="5"/>
          </p:nvPr>
        </p:nvSpPr>
        <p:spPr/>
        <p:txBody>
          <a:bodyPr/>
          <a:lstStyle/>
          <a:p>
            <a:fld id="{131BDF96-D5CA-4A74-A36D-818AC70E8BDD}" type="slidenum">
              <a:rPr lang="en-US" smtClean="0"/>
              <a:pPr/>
              <a:t>7</a:t>
            </a:fld>
            <a:endParaRPr lang="en-US"/>
          </a:p>
        </p:txBody>
      </p:sp>
      <p:sp>
        <p:nvSpPr>
          <p:cNvPr id="5" name="Date Placeholder 4">
            <a:extLst>
              <a:ext uri="{FF2B5EF4-FFF2-40B4-BE49-F238E27FC236}">
                <a16:creationId xmlns:a16="http://schemas.microsoft.com/office/drawing/2014/main" id="{625A61F0-564B-E38B-A937-22C626FF15AE}"/>
              </a:ext>
            </a:extLst>
          </p:cNvPr>
          <p:cNvSpPr>
            <a:spLocks noGrp="1"/>
          </p:cNvSpPr>
          <p:nvPr>
            <p:ph type="dt" idx="1"/>
          </p:nvPr>
        </p:nvSpPr>
        <p:spPr/>
        <p:txBody>
          <a:bodyPr/>
          <a:lstStyle/>
          <a:p>
            <a:fld id="{F6E5A5C0-319D-DB4F-A1C4-1A055424124D}" type="datetime1">
              <a:rPr lang="en-US" smtClean="0"/>
              <a:t>11/27/2025</a:t>
            </a:fld>
            <a:endParaRPr lang="en-US" dirty="0"/>
          </a:p>
        </p:txBody>
      </p:sp>
    </p:spTree>
    <p:extLst>
      <p:ext uri="{BB962C8B-B14F-4D97-AF65-F5344CB8AC3E}">
        <p14:creationId xmlns:p14="http://schemas.microsoft.com/office/powerpoint/2010/main" val="189046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Vragen</a:t>
            </a:r>
            <a:r>
              <a:rPr lang="en-US" dirty="0"/>
              <a:t> </a:t>
            </a:r>
            <a:r>
              <a:rPr lang="en-US" dirty="0" err="1"/>
              <a:t>kunnen</a:t>
            </a:r>
            <a:r>
              <a:rPr lang="en-US" dirty="0"/>
              <a:t> </a:t>
            </a:r>
            <a:r>
              <a:rPr lang="en-US" dirty="0" err="1"/>
              <a:t>aan</a:t>
            </a:r>
            <a:r>
              <a:rPr lang="en-US" dirty="0"/>
              <a:t> </a:t>
            </a:r>
            <a:r>
              <a:rPr lang="en-US" dirty="0" err="1"/>
              <a:t>mij</a:t>
            </a:r>
            <a:r>
              <a:rPr lang="en-US" dirty="0"/>
              <a:t> via teams of op </a:t>
            </a:r>
            <a:r>
              <a:rPr lang="en-US" dirty="0" err="1"/>
              <a:t>kantoor</a:t>
            </a:r>
            <a:r>
              <a:rPr lang="en-US" dirty="0"/>
              <a:t> </a:t>
            </a:r>
            <a:r>
              <a:rPr lang="en-US" dirty="0" err="1"/>
              <a:t>gesteld</a:t>
            </a:r>
            <a:r>
              <a:rPr lang="en-US" dirty="0"/>
              <a:t> </a:t>
            </a:r>
            <a:r>
              <a:rPr lang="en-US" dirty="0" err="1"/>
              <a:t>worden</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1BDF96-D5CA-4A74-A36D-818AC70E8BDD}" type="slidenum">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Lexend Medium" pitchFamily="2" charset="77"/>
              <a:ea typeface="+mn-ea"/>
              <a:cs typeface="+mn-cs"/>
            </a:endParaRPr>
          </a:p>
        </p:txBody>
      </p:sp>
      <p:sp>
        <p:nvSpPr>
          <p:cNvPr id="5" name="Date Placeholder 4">
            <a:extLst>
              <a:ext uri="{FF2B5EF4-FFF2-40B4-BE49-F238E27FC236}">
                <a16:creationId xmlns:a16="http://schemas.microsoft.com/office/drawing/2014/main" id="{74CECD43-0538-E679-8DCF-B7F8AA293D4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D0E16-2FF9-9543-B142-63A853B650E7}" type="datetime1">
              <a:rPr kumimoji="0" lang="en-US" sz="1200" b="0" i="0" u="none" strike="noStrike" kern="1200" cap="none" spc="0" normalizeH="0" baseline="0" noProof="0" smtClean="0">
                <a:ln>
                  <a:noFill/>
                </a:ln>
                <a:solidFill>
                  <a:prstClr val="black"/>
                </a:solidFill>
                <a:effectLst/>
                <a:uLnTx/>
                <a:uFillTx/>
                <a:latin typeface="Lexend Medium"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11/27/2025</a:t>
            </a:fld>
            <a:endParaRPr kumimoji="0" lang="en-US" sz="1200" b="0" i="0" u="none" strike="noStrike" kern="1200" cap="none" spc="0" normalizeH="0" baseline="0" noProof="0" dirty="0">
              <a:ln>
                <a:noFill/>
              </a:ln>
              <a:solidFill>
                <a:prstClr val="black"/>
              </a:solidFill>
              <a:effectLst/>
              <a:uLnTx/>
              <a:uFillTx/>
              <a:latin typeface="Lexend Medium" pitchFamily="2" charset="77"/>
              <a:ea typeface="+mn-ea"/>
              <a:cs typeface="+mn-cs"/>
            </a:endParaRPr>
          </a:p>
        </p:txBody>
      </p:sp>
    </p:spTree>
    <p:extLst>
      <p:ext uri="{BB962C8B-B14F-4D97-AF65-F5344CB8AC3E}">
        <p14:creationId xmlns:p14="http://schemas.microsoft.com/office/powerpoint/2010/main" val="4199119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hemeOverride" Target="../theme/themeOverride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xml"/><Relationship Id="rId1" Type="http://schemas.openxmlformats.org/officeDocument/2006/relationships/themeOverride" Target="../theme/themeOverride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41554-0B53-2587-EC2F-D03BC964E3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45E1AED-5447-3690-8F15-2D8041A8DB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3DB34C3C-13FA-603C-F749-35A310D28FC0}"/>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E58178B8-648F-FA4C-7A3E-D0720E16CA8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6233B6-EE01-4815-1E13-91C826EA0E53}"/>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1612309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34A1-18C3-E011-4D4B-69A6BBB9CAA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BEFA1F9-CE72-7D2A-1F87-CF4C4D42DD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8FC6940-FD8A-FEA5-02B5-E09101D23E04}"/>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F2722F36-352C-2D84-1806-95F3879BFA9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D5AEC60-4E99-955A-B2BA-85F3BF48FA07}"/>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17059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51D8-FED3-5A3B-63C4-B4D853B37D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508F1D19-ED80-61C7-BA49-73B4789416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FED45-C2E9-2838-8A1C-821EC4BD26BC}"/>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CB5AB3F6-1940-840B-C4FC-18EFBB4B2D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23AFCE7-C650-62F9-735D-89AE925D9FD8}"/>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087027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2264-7ABE-AF39-3DE9-C9ACEC8D2D78}"/>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D1232F8-7552-778A-F91C-277687A6B1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A8855F03-B3F7-AE77-C429-2C84695EA7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F4B0272-C606-4C75-7806-3456E0B839F4}"/>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6" name="Footer Placeholder 5">
            <a:extLst>
              <a:ext uri="{FF2B5EF4-FFF2-40B4-BE49-F238E27FC236}">
                <a16:creationId xmlns:a16="http://schemas.microsoft.com/office/drawing/2014/main" id="{26A1EC23-EFA0-1CBA-B495-AF46FF006F7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7E4F652-53D8-48B4-B3FB-BC3AE3FC13FE}"/>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518393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E5C9-8281-B024-B070-C51AA08ADA15}"/>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2A2FD01-9A24-7235-6559-E3393ED64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6D6E39-237B-0619-7ED1-48C3D9A486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42DF92D5-F876-7CD4-DE56-D241467AC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C4824C-5314-FFC0-640A-0854709593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74D4B77-AE2A-5236-BDD9-CE7409F422D5}"/>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8" name="Footer Placeholder 7">
            <a:extLst>
              <a:ext uri="{FF2B5EF4-FFF2-40B4-BE49-F238E27FC236}">
                <a16:creationId xmlns:a16="http://schemas.microsoft.com/office/drawing/2014/main" id="{DC0F31DE-DBDE-EF1F-D618-D337A22F4B51}"/>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7BC9304-AD61-986E-1F19-2FEC89B4AFF2}"/>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30265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44C0-DD13-49D5-DE41-A4B7BB95531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26B61574-3574-E555-E326-42D68AF68AB3}"/>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4" name="Footer Placeholder 3">
            <a:extLst>
              <a:ext uri="{FF2B5EF4-FFF2-40B4-BE49-F238E27FC236}">
                <a16:creationId xmlns:a16="http://schemas.microsoft.com/office/drawing/2014/main" id="{0949789B-5B46-1744-2A79-E8F62F02D9FB}"/>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FEF7C447-451C-EE6A-9FC8-0A5CA801D876}"/>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477515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5F718-5031-4476-3A9F-DAB92071C2BA}"/>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3" name="Footer Placeholder 2">
            <a:extLst>
              <a:ext uri="{FF2B5EF4-FFF2-40B4-BE49-F238E27FC236}">
                <a16:creationId xmlns:a16="http://schemas.microsoft.com/office/drawing/2014/main" id="{77944525-91E6-DE02-B191-A0CAC369B224}"/>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E13A48D7-32C0-4B2F-99D3-A8903AEFF72C}"/>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960783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A63C-36DF-46DA-4948-252639B86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958255-08DF-5250-5A04-5DFA45D85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E58F4432-742C-232E-7C8E-55CE85B27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EE2A-0FA5-47AC-E078-FBB18D7A93F8}"/>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6" name="Footer Placeholder 5">
            <a:extLst>
              <a:ext uri="{FF2B5EF4-FFF2-40B4-BE49-F238E27FC236}">
                <a16:creationId xmlns:a16="http://schemas.microsoft.com/office/drawing/2014/main" id="{14CE770D-0E99-C4C5-FE0B-00155AA2232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3A9A5BC-6419-DB54-94FA-F0892E55D350}"/>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06799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DCB1-C368-1F31-B1B5-AF91A0B18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39F9436-D05B-4AC7-F506-08B0175C6D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8F353843-BC34-FBA3-5764-5CD8625B8F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0C6334-7642-9DC5-7408-38A0D9407C6A}"/>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6" name="Footer Placeholder 5">
            <a:extLst>
              <a:ext uri="{FF2B5EF4-FFF2-40B4-BE49-F238E27FC236}">
                <a16:creationId xmlns:a16="http://schemas.microsoft.com/office/drawing/2014/main" id="{F9C7F8F2-FA24-8C21-5C10-413194F3399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3D2C14B-691A-E562-9384-0BB7DC58493D}"/>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273658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13CB-FD04-08D5-A1CB-0DACC219E84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9811CD95-F3CA-1D07-A059-93549E71C4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B9C700ED-677B-9605-1539-BC6A8C49A3D4}"/>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43DD651B-F93F-6511-BE6D-DDBCDF52FDC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9B0109B-DE6B-6542-209F-335DCEF8F020}"/>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319611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CCF98C-1593-9728-4C99-4D1AEB3016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0CD46B0-A071-30D0-7346-C980DE443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2D05F98-5D8F-DC9C-A13C-F40922B0B12A}"/>
              </a:ext>
            </a:extLst>
          </p:cNvPr>
          <p:cNvSpPr>
            <a:spLocks noGrp="1"/>
          </p:cNvSpPr>
          <p:nvPr>
            <p:ph type="dt" sz="half" idx="10"/>
          </p:nvPr>
        </p:nvSpPr>
        <p:spPr/>
        <p:txBody>
          <a:body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C48BE8B3-7191-743F-3C34-BEADF07B09B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1639D01-FAB1-E1F6-49E4-9E2B984A256C}"/>
              </a:ext>
            </a:extLst>
          </p:cNvPr>
          <p:cNvSpPr>
            <a:spLocks noGrp="1"/>
          </p:cNvSpPr>
          <p:nvPr>
            <p:ph type="sldNum" sz="quarter" idx="12"/>
          </p:nvPr>
        </p:nvSpPr>
        <p:spPr/>
        <p:txBody>
          <a:bodyPr/>
          <a:lstStyle/>
          <a:p>
            <a:fld id="{700998BB-EF5C-4E2D-A82E-A266380CEFCF}" type="slidenum">
              <a:rPr lang="en-NL" smtClean="0"/>
              <a:t>‹#›</a:t>
            </a:fld>
            <a:endParaRPr lang="en-NL"/>
          </a:p>
        </p:txBody>
      </p:sp>
    </p:spTree>
    <p:extLst>
      <p:ext uri="{BB962C8B-B14F-4D97-AF65-F5344CB8AC3E}">
        <p14:creationId xmlns:p14="http://schemas.microsoft.com/office/powerpoint/2010/main" val="1737289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30000">
                <a:schemeClr val="accent3">
                  <a:alpha val="30886"/>
                </a:schemeClr>
              </a:gs>
              <a:gs pos="1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tx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tx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lumMod val="60000"/>
                    <a:lumOff val="40000"/>
                  </a:schemeClr>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US"/>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p:blipFill>
        <p:spPr>
          <a:xfrm>
            <a:off x="863943" y="1205724"/>
            <a:ext cx="2447669" cy="508142"/>
          </a:xfrm>
          <a:prstGeom prst="rect">
            <a:avLst/>
          </a:prstGeom>
        </p:spPr>
      </p:pic>
    </p:spTree>
    <p:extLst>
      <p:ext uri="{BB962C8B-B14F-4D97-AF65-F5344CB8AC3E}">
        <p14:creationId xmlns:p14="http://schemas.microsoft.com/office/powerpoint/2010/main" val="2709945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Sub + Text | Light">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6365812" y="6727852"/>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2" name="Tekstvak 1">
            <a:extLst>
              <a:ext uri="{FF2B5EF4-FFF2-40B4-BE49-F238E27FC236}">
                <a16:creationId xmlns:a16="http://schemas.microsoft.com/office/drawing/2014/main" id="{F898E205-199B-37F2-6FAD-1ED8AABCB210}"/>
              </a:ext>
            </a:extLst>
          </p:cNvPr>
          <p:cNvSpPr txBox="1"/>
          <p:nvPr userDrawn="1"/>
        </p:nvSpPr>
        <p:spPr>
          <a:xfrm>
            <a:off x="7243763" y="157163"/>
            <a:ext cx="184731" cy="338554"/>
          </a:xfrm>
          <a:prstGeom prst="rect">
            <a:avLst/>
          </a:prstGeom>
          <a:noFill/>
        </p:spPr>
        <p:txBody>
          <a:bodyPr wrap="none" rtlCol="0">
            <a:spAutoFit/>
          </a:bodyPr>
          <a:lstStyle/>
          <a:p>
            <a:pPr algn="l"/>
            <a:endParaRPr lang="nl-BE" sz="1600" dirty="0"/>
          </a:p>
        </p:txBody>
      </p:sp>
      <p:sp>
        <p:nvSpPr>
          <p:cNvPr id="3" name="Tekstvak 2">
            <a:extLst>
              <a:ext uri="{FF2B5EF4-FFF2-40B4-BE49-F238E27FC236}">
                <a16:creationId xmlns:a16="http://schemas.microsoft.com/office/drawing/2014/main" id="{C0FF5224-8022-8776-1E47-8EF788242641}"/>
              </a:ext>
            </a:extLst>
          </p:cNvPr>
          <p:cNvSpPr txBox="1"/>
          <p:nvPr userDrawn="1"/>
        </p:nvSpPr>
        <p:spPr>
          <a:xfrm>
            <a:off x="12087225" y="71438"/>
            <a:ext cx="184731" cy="338554"/>
          </a:xfrm>
          <a:prstGeom prst="rect">
            <a:avLst/>
          </a:prstGeom>
          <a:noFill/>
        </p:spPr>
        <p:txBody>
          <a:bodyPr wrap="none" rtlCol="0">
            <a:spAutoFit/>
          </a:bodyPr>
          <a:lstStyle/>
          <a:p>
            <a:pPr algn="l"/>
            <a:endParaRPr lang="nl-BE" sz="1600" dirty="0"/>
          </a:p>
        </p:txBody>
      </p:sp>
      <p:sp>
        <p:nvSpPr>
          <p:cNvPr id="9" name="Text Placeholder 6">
            <a:extLst>
              <a:ext uri="{FF2B5EF4-FFF2-40B4-BE49-F238E27FC236}">
                <a16:creationId xmlns:a16="http://schemas.microsoft.com/office/drawing/2014/main" id="{2169D733-98A1-FAB9-3253-AA81239167D1}"/>
              </a:ext>
            </a:extLst>
          </p:cNvPr>
          <p:cNvSpPr>
            <a:spLocks noGrp="1"/>
          </p:cNvSpPr>
          <p:nvPr>
            <p:ph type="body" sz="quarter" idx="11" hasCustomPrompt="1"/>
          </p:nvPr>
        </p:nvSpPr>
        <p:spPr>
          <a:xfrm>
            <a:off x="876302" y="971938"/>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11" name="Text Placeholder 3">
            <a:extLst>
              <a:ext uri="{FF2B5EF4-FFF2-40B4-BE49-F238E27FC236}">
                <a16:creationId xmlns:a16="http://schemas.microsoft.com/office/drawing/2014/main" id="{C5909FA9-5895-59D9-338B-B8B3A05E288B}"/>
              </a:ext>
            </a:extLst>
          </p:cNvPr>
          <p:cNvSpPr>
            <a:spLocks noGrp="1"/>
          </p:cNvSpPr>
          <p:nvPr>
            <p:ph type="body" sz="quarter" idx="12"/>
          </p:nvPr>
        </p:nvSpPr>
        <p:spPr>
          <a:xfrm>
            <a:off x="876301" y="1638300"/>
            <a:ext cx="10515599" cy="3204993"/>
          </a:xfrm>
          <a:prstGeom prst="rect">
            <a:avLst/>
          </a:prstGeom>
        </p:spPr>
        <p:txBody>
          <a:bodyPr lIns="0" rIns="0"/>
          <a:lstStyle>
            <a:lvl1pPr marL="177800" indent="-177800">
              <a:lnSpc>
                <a:spcPct val="120000"/>
              </a:lnSpc>
              <a:tabLst/>
              <a:defRPr spc="0">
                <a:solidFill>
                  <a:schemeClr val="accent1"/>
                </a:solidFill>
              </a:defRPr>
            </a:lvl1pPr>
            <a:lvl2pPr marL="357188" indent="-179388">
              <a:lnSpc>
                <a:spcPct val="120000"/>
              </a:lnSpc>
              <a:tabLst/>
              <a:defRPr spc="0">
                <a:solidFill>
                  <a:schemeClr val="accent1"/>
                </a:solidFill>
              </a:defRPr>
            </a:lvl2pPr>
            <a:lvl3pPr marL="536575" indent="-179388">
              <a:lnSpc>
                <a:spcPct val="120000"/>
              </a:lnSpc>
              <a:tabLst/>
              <a:defRPr spc="0">
                <a:solidFill>
                  <a:schemeClr val="accent1"/>
                </a:solidFill>
              </a:defRPr>
            </a:lvl3pPr>
            <a:lvl4pPr marL="714375" indent="-177800">
              <a:lnSpc>
                <a:spcPct val="120000"/>
              </a:lnSpc>
              <a:tabLst/>
              <a:defRPr spc="0">
                <a:solidFill>
                  <a:schemeClr val="accent1"/>
                </a:solidFill>
              </a:defRPr>
            </a:lvl4pPr>
            <a:lvl5pPr marL="893763" indent="-179388">
              <a:lnSpc>
                <a:spcPct val="120000"/>
              </a:lnSpc>
              <a:tabLst/>
              <a:defRPr spc="0">
                <a:solidFill>
                  <a:schemeClr val="accent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itle 1">
            <a:extLst>
              <a:ext uri="{FF2B5EF4-FFF2-40B4-BE49-F238E27FC236}">
                <a16:creationId xmlns:a16="http://schemas.microsoft.com/office/drawing/2014/main" id="{BB8B7C3F-03E9-56E0-F759-0BBD7B34F42B}"/>
              </a:ext>
            </a:extLst>
          </p:cNvPr>
          <p:cNvSpPr>
            <a:spLocks noGrp="1"/>
          </p:cNvSpPr>
          <p:nvPr>
            <p:ph type="title"/>
          </p:nvPr>
        </p:nvSpPr>
        <p:spPr>
          <a:xfrm>
            <a:off x="876300" y="371482"/>
            <a:ext cx="10515600" cy="600456"/>
          </a:xfrm>
          <a:prstGeom prst="rect">
            <a:avLst/>
          </a:prstGeom>
        </p:spPr>
        <p:txBody>
          <a:bodyPr lIns="0" rIns="0" anchor="ctr" anchorCtr="0"/>
          <a:lstStyle/>
          <a:p>
            <a:r>
              <a:rPr lang="en-GB" dirty="0"/>
              <a:t>Click to edit Master title style</a:t>
            </a:r>
            <a:endParaRPr lang="nl-NL" dirty="0"/>
          </a:p>
        </p:txBody>
      </p:sp>
    </p:spTree>
    <p:extLst>
      <p:ext uri="{BB962C8B-B14F-4D97-AF65-F5344CB8AC3E}">
        <p14:creationId xmlns:p14="http://schemas.microsoft.com/office/powerpoint/2010/main" val="116761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svg="http://schemas.microsoft.com/office/drawing/2016/SVG/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Sub | Light">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2" name="Text Placeholder 6">
            <a:extLst>
              <a:ext uri="{FF2B5EF4-FFF2-40B4-BE49-F238E27FC236}">
                <a16:creationId xmlns:a16="http://schemas.microsoft.com/office/drawing/2014/main" id="{9EF81821-C345-2C91-7E03-C69661B1EB19}"/>
              </a:ext>
            </a:extLst>
          </p:cNvPr>
          <p:cNvSpPr>
            <a:spLocks noGrp="1"/>
          </p:cNvSpPr>
          <p:nvPr>
            <p:ph type="body" sz="quarter" idx="11" hasCustomPrompt="1"/>
          </p:nvPr>
        </p:nvSpPr>
        <p:spPr>
          <a:xfrm>
            <a:off x="876302" y="989868"/>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3" name="Title 1">
            <a:extLst>
              <a:ext uri="{FF2B5EF4-FFF2-40B4-BE49-F238E27FC236}">
                <a16:creationId xmlns:a16="http://schemas.microsoft.com/office/drawing/2014/main" id="{4E13F8D0-B5D6-74E4-D0A6-6A5CA0ADE884}"/>
              </a:ext>
            </a:extLst>
          </p:cNvPr>
          <p:cNvSpPr>
            <a:spLocks noGrp="1"/>
          </p:cNvSpPr>
          <p:nvPr>
            <p:ph type="title"/>
          </p:nvPr>
        </p:nvSpPr>
        <p:spPr>
          <a:xfrm>
            <a:off x="876300" y="389412"/>
            <a:ext cx="10515600" cy="600456"/>
          </a:xfrm>
          <a:prstGeom prst="rect">
            <a:avLst/>
          </a:prstGeom>
        </p:spPr>
        <p:txBody>
          <a:bodyPr lIns="0" rIns="0" anchor="ctr" anchorCtr="0"/>
          <a:lstStyle/>
          <a:p>
            <a:r>
              <a:rPr lang="en-GB" dirty="0"/>
              <a:t>Click to edit Master title style</a:t>
            </a:r>
            <a:endParaRPr lang="nl-NL" dirty="0"/>
          </a:p>
        </p:txBody>
      </p:sp>
    </p:spTree>
    <p:extLst>
      <p:ext uri="{BB962C8B-B14F-4D97-AF65-F5344CB8AC3E}">
        <p14:creationId xmlns:p14="http://schemas.microsoft.com/office/powerpoint/2010/main" val="367355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svg="http://schemas.microsoft.com/office/drawing/2016/SVG/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 Light">
    <p:spTree>
      <p:nvGrpSpPr>
        <p:cNvPr id="1" name=""/>
        <p:cNvGrpSpPr/>
        <p:nvPr/>
      </p:nvGrpSpPr>
      <p:grpSpPr>
        <a:xfrm>
          <a:off x="0" y="0"/>
          <a:ext cx="0" cy="0"/>
          <a:chOff x="0" y="0"/>
          <a:chExt cx="0" cy="0"/>
        </a:xfrm>
      </p:grpSpPr>
      <p:sp>
        <p:nvSpPr>
          <p:cNvPr id="10" name="Disclaimer-English (United States)">
            <a:extLst>
              <a:ext uri="{FF2B5EF4-FFF2-40B4-BE49-F238E27FC236}">
                <a16:creationId xmlns:a16="http://schemas.microsoft.com/office/drawing/2014/main" id="{35BA136D-9368-5546-B2BA-488E18CCE2A4}"/>
              </a:ext>
            </a:extLst>
          </p:cNvPr>
          <p:cNvSpPr>
            <a:spLocks noChangeArrowheads="1"/>
          </p:cNvSpPr>
          <p:nvPr userDrawn="1">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4">
            <a:extLst>
              <a:ext uri="{FF2B5EF4-FFF2-40B4-BE49-F238E27FC236}">
                <a16:creationId xmlns:a16="http://schemas.microsoft.com/office/drawing/2014/main" id="{ED4C0B8F-504D-4C88-64D0-FED6F1872722}"/>
              </a:ext>
            </a:extLst>
          </p:cNvPr>
          <p:cNvSpPr>
            <a:spLocks noGrp="1"/>
          </p:cNvSpPr>
          <p:nvPr>
            <p:ph type="body" sz="quarter" idx="13" hasCustomPrompt="1"/>
          </p:nvPr>
        </p:nvSpPr>
        <p:spPr>
          <a:xfrm>
            <a:off x="876301" y="3677888"/>
            <a:ext cx="10496061" cy="363176"/>
          </a:xfrm>
          <a:prstGeom prst="rect">
            <a:avLst/>
          </a:prstGeom>
        </p:spPr>
        <p:txBody>
          <a:bodyPr lIns="0"/>
          <a:lstStyle>
            <a:lvl1pPr marL="0" indent="0" algn="l">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5" name="Title 1">
            <a:extLst>
              <a:ext uri="{FF2B5EF4-FFF2-40B4-BE49-F238E27FC236}">
                <a16:creationId xmlns:a16="http://schemas.microsoft.com/office/drawing/2014/main" id="{1DF9CB2A-630F-353F-8C2A-93963ABC39F0}"/>
              </a:ext>
            </a:extLst>
          </p:cNvPr>
          <p:cNvSpPr>
            <a:spLocks noGrp="1"/>
          </p:cNvSpPr>
          <p:nvPr>
            <p:ph type="title" hasCustomPrompt="1"/>
          </p:nvPr>
        </p:nvSpPr>
        <p:spPr>
          <a:xfrm>
            <a:off x="876300" y="2155076"/>
            <a:ext cx="10496062" cy="1522688"/>
          </a:xfrm>
          <a:prstGeom prst="rect">
            <a:avLst/>
          </a:prstGeom>
        </p:spPr>
        <p:txBody>
          <a:bodyPr vert="horz" lIns="0" tIns="45720" rIns="0" bIns="45720" rtlCol="0" anchor="ctr" anchorCtr="0">
            <a:noAutofit/>
          </a:bodyPr>
          <a:lstStyle>
            <a:lvl1pPr marL="7938" indent="0" algn="l">
              <a:tabLst/>
              <a:defRPr lang="en-US" sz="4800" b="0" i="0" spc="-20">
                <a:solidFill>
                  <a:schemeClr val="accent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0770494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entered | Light">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3CE07814-D950-7C73-611F-12486C23F966}"/>
              </a:ext>
            </a:extLst>
          </p:cNvPr>
          <p:cNvSpPr>
            <a:spLocks noGrp="1"/>
          </p:cNvSpPr>
          <p:nvPr>
            <p:ph type="body" sz="quarter" idx="13" hasCustomPrompt="1"/>
          </p:nvPr>
        </p:nvSpPr>
        <p:spPr>
          <a:xfrm>
            <a:off x="2849054" y="3590835"/>
            <a:ext cx="6493891" cy="363176"/>
          </a:xfrm>
          <a:prstGeom prst="rect">
            <a:avLst/>
          </a:prstGeom>
        </p:spPr>
        <p:txBody>
          <a:bodyPr/>
          <a:lstStyle>
            <a:lvl1pPr marL="0" indent="0" algn="ctr">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2" name="Title 1">
            <a:extLst>
              <a:ext uri="{FF2B5EF4-FFF2-40B4-BE49-F238E27FC236}">
                <a16:creationId xmlns:a16="http://schemas.microsoft.com/office/drawing/2014/main" id="{ADB0F071-6068-0153-5DF2-6959FBA61C47}"/>
              </a:ext>
            </a:extLst>
          </p:cNvPr>
          <p:cNvSpPr>
            <a:spLocks noGrp="1"/>
          </p:cNvSpPr>
          <p:nvPr>
            <p:ph type="title" hasCustomPrompt="1"/>
          </p:nvPr>
        </p:nvSpPr>
        <p:spPr>
          <a:xfrm>
            <a:off x="1887422" y="3080544"/>
            <a:ext cx="8417156" cy="510291"/>
          </a:xfrm>
          <a:prstGeom prst="rect">
            <a:avLst/>
          </a:prstGeom>
        </p:spPr>
        <p:txBody>
          <a:bodyPr vert="horz" lIns="0" tIns="45720" rIns="0" bIns="45720" rtlCol="0" anchor="b">
            <a:noAutofit/>
          </a:bodyPr>
          <a:lstStyle>
            <a:lvl1pPr algn="ctr">
              <a:defRPr lang="en-US" sz="4800" b="0" i="0" spc="-20">
                <a:solidFill>
                  <a:schemeClr val="accent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187891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tility Slides | Light">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11" name="Text Placeholder 10">
            <a:extLst>
              <a:ext uri="{FF2B5EF4-FFF2-40B4-BE49-F238E27FC236}">
                <a16:creationId xmlns:a16="http://schemas.microsoft.com/office/drawing/2014/main" id="{F447EAE3-8A4F-B426-ACF4-5137926360FF}"/>
              </a:ext>
            </a:extLst>
          </p:cNvPr>
          <p:cNvSpPr>
            <a:spLocks noGrp="1"/>
          </p:cNvSpPr>
          <p:nvPr>
            <p:ph type="body" sz="quarter" idx="10"/>
          </p:nvPr>
        </p:nvSpPr>
        <p:spPr>
          <a:xfrm>
            <a:off x="1338524" y="1638300"/>
            <a:ext cx="6814876" cy="5029200"/>
          </a:xfrm>
          <a:prstGeom prst="rect">
            <a:avLst/>
          </a:prstGeom>
        </p:spPr>
        <p:txBody>
          <a:bodyPr wrap="square" lIns="0" tIns="0" rIns="0" bIns="0" anchor="t" anchorCtr="0">
            <a:noAutofit/>
          </a:bodyPr>
          <a:lstStyle>
            <a:lvl1pPr marL="9525" indent="0" algn="l">
              <a:buNone/>
              <a:tabLst/>
              <a:defRPr sz="1400">
                <a:solidFill>
                  <a:schemeClr val="accent1"/>
                </a:solidFill>
              </a:defRPr>
            </a:lvl1pPr>
            <a:lvl2pPr marL="295275" indent="-285750" algn="l">
              <a:buFont typeface="Arial" panose="020B0604020202020204" pitchFamily="34" charset="0"/>
              <a:buChar char="•"/>
              <a:tabLst/>
              <a:defRPr sz="1400">
                <a:solidFill>
                  <a:schemeClr val="accent1"/>
                </a:solidFill>
              </a:defRPr>
            </a:lvl2pPr>
            <a:lvl3pPr marL="295275" indent="-285750" algn="l">
              <a:buFont typeface="Arial" panose="020B0604020202020204" pitchFamily="34" charset="0"/>
              <a:buChar char="•"/>
              <a:tabLst/>
              <a:defRPr sz="1400">
                <a:solidFill>
                  <a:schemeClr val="tx1"/>
                </a:solidFill>
              </a:defRPr>
            </a:lvl3pPr>
            <a:lvl4pPr marL="295275" indent="-285750" algn="l">
              <a:buFont typeface="Arial" panose="020B0604020202020204" pitchFamily="34" charset="0"/>
              <a:buChar char="•"/>
              <a:tabLst/>
              <a:defRPr sz="1400">
                <a:solidFill>
                  <a:schemeClr val="accent1"/>
                </a:solidFill>
              </a:defRPr>
            </a:lvl4pPr>
            <a:lvl5pPr marL="295275" indent="-285750" algn="l">
              <a:buFont typeface="Arial" panose="020B0604020202020204" pitchFamily="34" charset="0"/>
              <a:buChar char="•"/>
              <a:tabLst/>
              <a:defRPr sz="1400">
                <a:solidFill>
                  <a:schemeClr val="accent1"/>
                </a:solidFill>
              </a:defRPr>
            </a:lvl5pPr>
          </a:lstStyle>
          <a:p>
            <a:pPr lvl="0"/>
            <a:r>
              <a:rPr lang="en-GB" dirty="0"/>
              <a:t>Click to edit Master text styles</a:t>
            </a:r>
          </a:p>
          <a:p>
            <a:pPr lvl="1"/>
            <a:r>
              <a:rPr lang="en-GB" dirty="0"/>
              <a:t>Second level</a:t>
            </a:r>
          </a:p>
          <a:p>
            <a:pPr lvl="3"/>
            <a:r>
              <a:rPr lang="en-GB" dirty="0"/>
              <a:t>Third level</a:t>
            </a:r>
          </a:p>
          <a:p>
            <a:pPr lvl="3"/>
            <a:r>
              <a:rPr lang="en-GB" dirty="0"/>
              <a:t>Fourth level</a:t>
            </a:r>
          </a:p>
          <a:p>
            <a:pPr lvl="4"/>
            <a:r>
              <a:rPr lang="en-GB" dirty="0"/>
              <a:t>Fifth level</a:t>
            </a:r>
            <a:endParaRPr lang="nl-NL" dirty="0"/>
          </a:p>
        </p:txBody>
      </p:sp>
      <p:sp>
        <p:nvSpPr>
          <p:cNvPr id="14" name="Title 1">
            <a:extLst>
              <a:ext uri="{FF2B5EF4-FFF2-40B4-BE49-F238E27FC236}">
                <a16:creationId xmlns:a16="http://schemas.microsoft.com/office/drawing/2014/main" id="{0F983174-08FC-278E-1BD4-458625402917}"/>
              </a:ext>
            </a:extLst>
          </p:cNvPr>
          <p:cNvSpPr>
            <a:spLocks noGrp="1"/>
          </p:cNvSpPr>
          <p:nvPr>
            <p:ph type="title"/>
          </p:nvPr>
        </p:nvSpPr>
        <p:spPr>
          <a:xfrm>
            <a:off x="1338524" y="365125"/>
            <a:ext cx="9939076" cy="600456"/>
          </a:xfrm>
          <a:prstGeom prst="rect">
            <a:avLst/>
          </a:prstGeom>
        </p:spPr>
        <p:txBody>
          <a:bodyPr lIns="0" rIns="0" anchor="ctr" anchorCtr="0"/>
          <a:lstStyle>
            <a:lvl1pPr>
              <a:defRPr>
                <a:solidFill>
                  <a:schemeClr val="accent1"/>
                </a:solidFill>
              </a:defRPr>
            </a:lvl1pPr>
          </a:lstStyle>
          <a:p>
            <a:r>
              <a:rPr lang="en-GB" dirty="0"/>
              <a:t>Click to edit Master title style</a:t>
            </a:r>
            <a:endParaRPr lang="nl-NL" dirty="0"/>
          </a:p>
        </p:txBody>
      </p:sp>
    </p:spTree>
    <p:extLst>
      <p:ext uri="{BB962C8B-B14F-4D97-AF65-F5344CB8AC3E}">
        <p14:creationId xmlns:p14="http://schemas.microsoft.com/office/powerpoint/2010/main" val="213259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40208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0">
                <a:schemeClr val="bg1">
                  <a:alpha val="47000"/>
                  <a:lumMod val="100000"/>
                </a:schemeClr>
              </a:gs>
              <a:gs pos="34000">
                <a:schemeClr val="accent3">
                  <a:alpha val="30886"/>
                </a:schemeClr>
              </a:gs>
              <a:gs pos="0">
                <a:schemeClr val="accent6">
                  <a:alpha val="35158"/>
                </a:schemeClr>
              </a:gs>
              <a:gs pos="67000">
                <a:schemeClr val="bg1">
                  <a:lumMod val="75000"/>
                  <a:alpha val="66000"/>
                </a:schemeClr>
              </a:gs>
              <a:gs pos="100000">
                <a:schemeClr val="bg2">
                  <a:lumMod val="95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accent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bg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GB" dirty="0"/>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863943" y="1206925"/>
            <a:ext cx="2447669" cy="505739"/>
          </a:xfrm>
          <a:prstGeom prst="rect">
            <a:avLst/>
          </a:prstGeom>
        </p:spPr>
      </p:pic>
    </p:spTree>
    <p:extLst>
      <p:ext uri="{BB962C8B-B14F-4D97-AF65-F5344CB8AC3E}">
        <p14:creationId xmlns:p14="http://schemas.microsoft.com/office/powerpoint/2010/main" val="154684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 + Text">
    <p:spTree>
      <p:nvGrpSpPr>
        <p:cNvPr id="1" name=""/>
        <p:cNvGrpSpPr/>
        <p:nvPr/>
      </p:nvGrpSpPr>
      <p:grpSpPr>
        <a:xfrm>
          <a:off x="0" y="0"/>
          <a:ext cx="0" cy="0"/>
          <a:chOff x="0" y="0"/>
          <a:chExt cx="0" cy="0"/>
        </a:xfrm>
      </p:grpSpPr>
      <p:sp>
        <p:nvSpPr>
          <p:cNvPr id="6" name="Text Placeholder 6">
            <a:extLst>
              <a:ext uri="{FF2B5EF4-FFF2-40B4-BE49-F238E27FC236}">
                <a16:creationId xmlns:a16="http://schemas.microsoft.com/office/drawing/2014/main" id="{ABB3D156-9B47-0514-A42D-089E70DDB821}"/>
              </a:ext>
            </a:extLst>
          </p:cNvPr>
          <p:cNvSpPr>
            <a:spLocks noGrp="1"/>
          </p:cNvSpPr>
          <p:nvPr>
            <p:ph type="body" sz="quarter" idx="11" hasCustomPrompt="1"/>
          </p:nvPr>
        </p:nvSpPr>
        <p:spPr>
          <a:xfrm>
            <a:off x="876302" y="965581"/>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4" name="Text Placeholder 3">
            <a:extLst>
              <a:ext uri="{FF2B5EF4-FFF2-40B4-BE49-F238E27FC236}">
                <a16:creationId xmlns:a16="http://schemas.microsoft.com/office/drawing/2014/main" id="{0ADC1850-3B42-6DE4-C775-5A59E4498661}"/>
              </a:ext>
            </a:extLst>
          </p:cNvPr>
          <p:cNvSpPr>
            <a:spLocks noGrp="1"/>
          </p:cNvSpPr>
          <p:nvPr>
            <p:ph type="body" sz="quarter" idx="12"/>
          </p:nvPr>
        </p:nvSpPr>
        <p:spPr>
          <a:xfrm>
            <a:off x="876301" y="1652587"/>
            <a:ext cx="10515599" cy="3204993"/>
          </a:xfrm>
          <a:prstGeom prst="rect">
            <a:avLst/>
          </a:prstGeom>
        </p:spPr>
        <p:txBody>
          <a:bodyPr lIns="0" rIns="0"/>
          <a:lstStyle>
            <a:lvl1pPr marL="177800" indent="-177800">
              <a:lnSpc>
                <a:spcPct val="120000"/>
              </a:lnSpc>
              <a:tabLst/>
              <a:defRPr spc="0">
                <a:solidFill>
                  <a:schemeClr val="tx1"/>
                </a:solidFill>
              </a:defRPr>
            </a:lvl1pPr>
            <a:lvl2pPr marL="357188" indent="-179388">
              <a:lnSpc>
                <a:spcPct val="120000"/>
              </a:lnSpc>
              <a:tabLst/>
              <a:defRPr spc="0">
                <a:solidFill>
                  <a:schemeClr val="tx1"/>
                </a:solidFill>
              </a:defRPr>
            </a:lvl2pPr>
            <a:lvl3pPr marL="536575" indent="-179388">
              <a:lnSpc>
                <a:spcPct val="120000"/>
              </a:lnSpc>
              <a:tabLst/>
              <a:defRPr spc="0">
                <a:solidFill>
                  <a:schemeClr val="tx1"/>
                </a:solidFill>
              </a:defRPr>
            </a:lvl3pPr>
            <a:lvl4pPr marL="714375" indent="-177800">
              <a:lnSpc>
                <a:spcPct val="120000"/>
              </a:lnSpc>
              <a:tabLst/>
              <a:defRPr spc="0">
                <a:solidFill>
                  <a:schemeClr val="tx1"/>
                </a:solidFill>
              </a:defRPr>
            </a:lvl4pPr>
            <a:lvl5pPr marL="893763" indent="-179388">
              <a:lnSpc>
                <a:spcPct val="120000"/>
              </a:lnSpc>
              <a:tabLst/>
              <a:defRPr spc="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9AEEFA43-6817-7337-CF67-57950D39D164}"/>
              </a:ext>
            </a:extLst>
          </p:cNvPr>
          <p:cNvSpPr>
            <a:spLocks noGrp="1"/>
          </p:cNvSpPr>
          <p:nvPr>
            <p:ph type="title"/>
          </p:nvPr>
        </p:nvSpPr>
        <p:spPr>
          <a:xfrm>
            <a:off x="876300" y="365125"/>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Tree>
    <p:extLst>
      <p:ext uri="{BB962C8B-B14F-4D97-AF65-F5344CB8AC3E}">
        <p14:creationId xmlns:p14="http://schemas.microsoft.com/office/powerpoint/2010/main" val="423515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Subtitle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6">
            <a:extLst>
              <a:ext uri="{FF2B5EF4-FFF2-40B4-BE49-F238E27FC236}">
                <a16:creationId xmlns:a16="http://schemas.microsoft.com/office/drawing/2014/main" id="{AA329C7A-4B4D-DFD6-7940-EA4B4EF9E059}"/>
              </a:ext>
            </a:extLst>
          </p:cNvPr>
          <p:cNvSpPr>
            <a:spLocks noGrp="1"/>
          </p:cNvSpPr>
          <p:nvPr>
            <p:ph type="body" sz="quarter" idx="11" hasCustomPrompt="1"/>
          </p:nvPr>
        </p:nvSpPr>
        <p:spPr>
          <a:xfrm>
            <a:off x="876302" y="965581"/>
            <a:ext cx="1051559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365125"/>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Tree>
    <p:extLst>
      <p:ext uri="{BB962C8B-B14F-4D97-AF65-F5344CB8AC3E}">
        <p14:creationId xmlns:p14="http://schemas.microsoft.com/office/powerpoint/2010/main" val="10443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2 Columns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1662587"/>
            <a:ext cx="104013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
        <p:nvSpPr>
          <p:cNvPr id="3" name="Text Placeholder 2">
            <a:extLst>
              <a:ext uri="{FF2B5EF4-FFF2-40B4-BE49-F238E27FC236}">
                <a16:creationId xmlns:a16="http://schemas.microsoft.com/office/drawing/2014/main" id="{02B0059C-6BE6-51F3-214B-BFC5D6418419}"/>
              </a:ext>
            </a:extLst>
          </p:cNvPr>
          <p:cNvSpPr>
            <a:spLocks noGrp="1"/>
          </p:cNvSpPr>
          <p:nvPr>
            <p:ph type="body" sz="quarter" idx="12"/>
          </p:nvPr>
        </p:nvSpPr>
        <p:spPr>
          <a:xfrm>
            <a:off x="876300" y="2800562"/>
            <a:ext cx="10401300" cy="3866938"/>
          </a:xfrm>
          <a:prstGeom prst="rect">
            <a:avLst/>
          </a:prstGeom>
        </p:spPr>
        <p:txBody>
          <a:bodyPr lIns="0" rIns="0" numCol="2" spcCol="72000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3536231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2 Sub Titles + 2 Columns | Dark">
    <p:spTree>
      <p:nvGrpSpPr>
        <p:cNvPr id="1" name=""/>
        <p:cNvGrpSpPr/>
        <p:nvPr/>
      </p:nvGrpSpPr>
      <p:grpSpPr>
        <a:xfrm>
          <a:off x="0" y="0"/>
          <a:ext cx="0" cy="0"/>
          <a:chOff x="0" y="0"/>
          <a:chExt cx="0" cy="0"/>
        </a:xfrm>
      </p:grpSpPr>
      <p:sp>
        <p:nvSpPr>
          <p:cNvPr id="5" name="Disclaimer-English (United States)">
            <a:extLst>
              <a:ext uri="{FF2B5EF4-FFF2-40B4-BE49-F238E27FC236}">
                <a16:creationId xmlns:a16="http://schemas.microsoft.com/office/drawing/2014/main" id="{C2CCECB1-C0FC-53E3-D16A-F1D39ABD912E}"/>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6">
            <a:extLst>
              <a:ext uri="{FF2B5EF4-FFF2-40B4-BE49-F238E27FC236}">
                <a16:creationId xmlns:a16="http://schemas.microsoft.com/office/drawing/2014/main" id="{AA329C7A-4B4D-DFD6-7940-EA4B4EF9E059}"/>
              </a:ext>
            </a:extLst>
          </p:cNvPr>
          <p:cNvSpPr>
            <a:spLocks noGrp="1"/>
          </p:cNvSpPr>
          <p:nvPr>
            <p:ph type="body" sz="quarter" idx="11" hasCustomPrompt="1"/>
          </p:nvPr>
        </p:nvSpPr>
        <p:spPr>
          <a:xfrm>
            <a:off x="876302" y="2866098"/>
            <a:ext cx="482300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8" name="Title 1">
            <a:extLst>
              <a:ext uri="{FF2B5EF4-FFF2-40B4-BE49-F238E27FC236}">
                <a16:creationId xmlns:a16="http://schemas.microsoft.com/office/drawing/2014/main" id="{D451DFC1-D76F-91F1-67F2-398EC0F0696C}"/>
              </a:ext>
            </a:extLst>
          </p:cNvPr>
          <p:cNvSpPr>
            <a:spLocks noGrp="1"/>
          </p:cNvSpPr>
          <p:nvPr>
            <p:ph type="title"/>
          </p:nvPr>
        </p:nvSpPr>
        <p:spPr>
          <a:xfrm>
            <a:off x="876300" y="1662587"/>
            <a:ext cx="10515600" cy="600456"/>
          </a:xfrm>
          <a:prstGeom prst="rect">
            <a:avLst/>
          </a:prstGeom>
        </p:spPr>
        <p:txBody>
          <a:bodyPr lIns="0" rIns="0" anchor="ctr" anchorCtr="0"/>
          <a:lstStyle>
            <a:lvl1pPr>
              <a:defRPr>
                <a:solidFill>
                  <a:schemeClr val="tx1"/>
                </a:solidFill>
              </a:defRPr>
            </a:lvl1pPr>
          </a:lstStyle>
          <a:p>
            <a:r>
              <a:rPr lang="en-US"/>
              <a:t>Click to edit Master title style</a:t>
            </a:r>
            <a:endParaRPr lang="nl-NL" dirty="0"/>
          </a:p>
        </p:txBody>
      </p:sp>
      <p:sp>
        <p:nvSpPr>
          <p:cNvPr id="7" name="Text Placeholder 6">
            <a:extLst>
              <a:ext uri="{FF2B5EF4-FFF2-40B4-BE49-F238E27FC236}">
                <a16:creationId xmlns:a16="http://schemas.microsoft.com/office/drawing/2014/main" id="{C0C9AA85-E4BD-6EC3-B832-EEAB4D00C646}"/>
              </a:ext>
            </a:extLst>
          </p:cNvPr>
          <p:cNvSpPr>
            <a:spLocks noGrp="1"/>
          </p:cNvSpPr>
          <p:nvPr>
            <p:ph type="body" sz="quarter" idx="14" hasCustomPrompt="1"/>
          </p:nvPr>
        </p:nvSpPr>
        <p:spPr>
          <a:xfrm>
            <a:off x="6454590" y="2866098"/>
            <a:ext cx="4823008" cy="388931"/>
          </a:xfrm>
          <a:prstGeom prst="rect">
            <a:avLst/>
          </a:prstGeom>
        </p:spPr>
        <p:txBody>
          <a:bodyPr lIns="0" rIns="0">
            <a:normAutofit/>
          </a:bodyPr>
          <a:lstStyle>
            <a:lvl1pPr marL="0" indent="0">
              <a:lnSpc>
                <a:spcPct val="120000"/>
              </a:lnSpc>
              <a:spcBef>
                <a:spcPts val="0"/>
              </a:spcBef>
              <a:buNone/>
              <a:defRPr sz="1600" b="0" i="0">
                <a:solidFill>
                  <a:schemeClr val="accent3">
                    <a:lumMod val="60000"/>
                    <a:lumOff val="40000"/>
                  </a:schemeClr>
                </a:solidFill>
                <a:latin typeface="Lexend Medium" pitchFamily="2" charset="77"/>
              </a:defRPr>
            </a:lvl1pPr>
          </a:lstStyle>
          <a:p>
            <a:pPr lvl="0"/>
            <a:r>
              <a:rPr lang="en-US" dirty="0"/>
              <a:t>Click to edit subtitle</a:t>
            </a:r>
            <a:endParaRPr lang="en-FI"/>
          </a:p>
        </p:txBody>
      </p:sp>
      <p:sp>
        <p:nvSpPr>
          <p:cNvPr id="2" name="Text Placeholder 2">
            <a:extLst>
              <a:ext uri="{FF2B5EF4-FFF2-40B4-BE49-F238E27FC236}">
                <a16:creationId xmlns:a16="http://schemas.microsoft.com/office/drawing/2014/main" id="{3DCFCFE9-0422-DEB2-5D5B-B2B0C5FDE3E5}"/>
              </a:ext>
            </a:extLst>
          </p:cNvPr>
          <p:cNvSpPr>
            <a:spLocks noGrp="1"/>
          </p:cNvSpPr>
          <p:nvPr>
            <p:ph type="body" sz="quarter" idx="12"/>
          </p:nvPr>
        </p:nvSpPr>
        <p:spPr>
          <a:xfrm>
            <a:off x="876300" y="3445772"/>
            <a:ext cx="4823010" cy="2905287"/>
          </a:xfrm>
          <a:prstGeom prst="rect">
            <a:avLst/>
          </a:prstGeom>
        </p:spPr>
        <p:txBody>
          <a:bodyPr lIns="0" rIns="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9" name="Text Placeholder 2">
            <a:extLst>
              <a:ext uri="{FF2B5EF4-FFF2-40B4-BE49-F238E27FC236}">
                <a16:creationId xmlns:a16="http://schemas.microsoft.com/office/drawing/2014/main" id="{91DB9CAB-53E9-F7F7-1699-57A345CABCF7}"/>
              </a:ext>
            </a:extLst>
          </p:cNvPr>
          <p:cNvSpPr>
            <a:spLocks noGrp="1"/>
          </p:cNvSpPr>
          <p:nvPr>
            <p:ph type="body" sz="quarter" idx="13"/>
          </p:nvPr>
        </p:nvSpPr>
        <p:spPr>
          <a:xfrm>
            <a:off x="6454590" y="3445772"/>
            <a:ext cx="4823010" cy="2905287"/>
          </a:xfrm>
          <a:prstGeom prst="rect">
            <a:avLst/>
          </a:prstGeom>
        </p:spPr>
        <p:txBody>
          <a:bodyPr lIns="0" rIns="0"/>
          <a:lstStyle>
            <a:lvl1pPr marL="0" indent="0">
              <a:buNone/>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166851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 Dark">
    <p:spTree>
      <p:nvGrpSpPr>
        <p:cNvPr id="1" name=""/>
        <p:cNvGrpSpPr/>
        <p:nvPr/>
      </p:nvGrpSpPr>
      <p:grpSpPr>
        <a:xfrm>
          <a:off x="0" y="0"/>
          <a:ext cx="0" cy="0"/>
          <a:chOff x="0" y="0"/>
          <a:chExt cx="0" cy="0"/>
        </a:xfrm>
      </p:grpSpPr>
      <p:sp>
        <p:nvSpPr>
          <p:cNvPr id="10" name="Disclaimer-English (United States)">
            <a:extLst>
              <a:ext uri="{FF2B5EF4-FFF2-40B4-BE49-F238E27FC236}">
                <a16:creationId xmlns:a16="http://schemas.microsoft.com/office/drawing/2014/main" id="{35BA136D-9368-5546-B2BA-488E18CCE2A4}"/>
              </a:ext>
            </a:extLst>
          </p:cNvPr>
          <p:cNvSpPr>
            <a:spLocks noChangeArrowheads="1"/>
          </p:cNvSpPr>
          <p:nvPr userDrawn="1">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bg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bg2"/>
              </a:solidFill>
              <a:latin typeface="Lexend Medium" pitchFamily="2" charset="77"/>
              <a:ea typeface="Montserrat" panose="00000500000000000000" pitchFamily="2" charset="0"/>
              <a:cs typeface="Montserrat" panose="00000500000000000000" pitchFamily="2" charset="0"/>
            </a:endParaRPr>
          </a:p>
        </p:txBody>
      </p:sp>
      <p:sp>
        <p:nvSpPr>
          <p:cNvPr id="4" name="Text Placeholder 4">
            <a:extLst>
              <a:ext uri="{FF2B5EF4-FFF2-40B4-BE49-F238E27FC236}">
                <a16:creationId xmlns:a16="http://schemas.microsoft.com/office/drawing/2014/main" id="{ED4C0B8F-504D-4C88-64D0-FED6F1872722}"/>
              </a:ext>
            </a:extLst>
          </p:cNvPr>
          <p:cNvSpPr>
            <a:spLocks noGrp="1"/>
          </p:cNvSpPr>
          <p:nvPr>
            <p:ph type="body" sz="quarter" idx="13" hasCustomPrompt="1"/>
          </p:nvPr>
        </p:nvSpPr>
        <p:spPr>
          <a:xfrm>
            <a:off x="876301" y="3644570"/>
            <a:ext cx="10496061" cy="267931"/>
          </a:xfrm>
          <a:prstGeom prst="rect">
            <a:avLst/>
          </a:prstGeom>
        </p:spPr>
        <p:txBody>
          <a:bodyPr lIns="0"/>
          <a:lstStyle>
            <a:lvl1pPr marL="0" indent="0" algn="l">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5" name="Title 1">
            <a:extLst>
              <a:ext uri="{FF2B5EF4-FFF2-40B4-BE49-F238E27FC236}">
                <a16:creationId xmlns:a16="http://schemas.microsoft.com/office/drawing/2014/main" id="{1DF9CB2A-630F-353F-8C2A-93963ABC39F0}"/>
              </a:ext>
            </a:extLst>
          </p:cNvPr>
          <p:cNvSpPr>
            <a:spLocks noGrp="1"/>
          </p:cNvSpPr>
          <p:nvPr>
            <p:ph type="title" hasCustomPrompt="1"/>
          </p:nvPr>
        </p:nvSpPr>
        <p:spPr>
          <a:xfrm>
            <a:off x="876300" y="2305658"/>
            <a:ext cx="10496062" cy="1123342"/>
          </a:xfrm>
          <a:prstGeom prst="rect">
            <a:avLst/>
          </a:prstGeom>
        </p:spPr>
        <p:txBody>
          <a:bodyPr vert="horz" lIns="0" tIns="45720" rIns="0" bIns="45720" rtlCol="0" anchor="ctr" anchorCtr="0">
            <a:noAutofit/>
          </a:bodyPr>
          <a:lstStyle>
            <a:lvl1pPr marL="7938" indent="0" algn="l">
              <a:tabLst/>
              <a:defRPr lang="en-US" sz="4800" b="0" i="0" spc="-20">
                <a:solidFill>
                  <a:schemeClr val="tx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22541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entered | Dark">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3CE07814-D950-7C73-611F-12486C23F966}"/>
              </a:ext>
            </a:extLst>
          </p:cNvPr>
          <p:cNvSpPr>
            <a:spLocks noGrp="1"/>
          </p:cNvSpPr>
          <p:nvPr>
            <p:ph type="body" sz="quarter" idx="13" hasCustomPrompt="1"/>
          </p:nvPr>
        </p:nvSpPr>
        <p:spPr>
          <a:xfrm>
            <a:off x="2849054" y="3590835"/>
            <a:ext cx="6493891" cy="363176"/>
          </a:xfrm>
          <a:prstGeom prst="rect">
            <a:avLst/>
          </a:prstGeom>
        </p:spPr>
        <p:txBody>
          <a:bodyPr/>
          <a:lstStyle>
            <a:lvl1pPr marL="0" indent="0" algn="ctr">
              <a:lnSpc>
                <a:spcPct val="120000"/>
              </a:lnSpc>
              <a:spcBef>
                <a:spcPts val="0"/>
              </a:spcBef>
              <a:buNone/>
              <a:defRPr spc="0">
                <a:solidFill>
                  <a:schemeClr val="accent3">
                    <a:lumMod val="60000"/>
                    <a:lumOff val="40000"/>
                  </a:schemeClr>
                </a:solidFill>
              </a:defRPr>
            </a:lvl1pPr>
            <a:lvl2pPr marL="548640" indent="0" algn="ctr">
              <a:buNone/>
              <a:defRPr>
                <a:solidFill>
                  <a:schemeClr val="bg1"/>
                </a:solidFill>
              </a:defRPr>
            </a:lvl2pPr>
            <a:lvl3pPr marL="1005840" indent="0" algn="ctr">
              <a:buNone/>
              <a:defRPr>
                <a:solidFill>
                  <a:schemeClr val="bg1"/>
                </a:solidFill>
              </a:defRPr>
            </a:lvl3pPr>
            <a:lvl4pPr marL="1463040" indent="0" algn="ctr">
              <a:buNone/>
              <a:defRPr>
                <a:solidFill>
                  <a:schemeClr val="bg1"/>
                </a:solidFill>
              </a:defRPr>
            </a:lvl4pPr>
            <a:lvl5pPr marL="1920240" indent="0" algn="ctr">
              <a:buNone/>
              <a:defRPr>
                <a:solidFill>
                  <a:schemeClr val="bg1"/>
                </a:solidFill>
              </a:defRPr>
            </a:lvl5pPr>
          </a:lstStyle>
          <a:p>
            <a:pPr lvl="0"/>
            <a:r>
              <a:rPr lang="en-US" dirty="0"/>
              <a:t>Optional short subtext. Delete if not needed.</a:t>
            </a:r>
          </a:p>
        </p:txBody>
      </p:sp>
      <p:sp>
        <p:nvSpPr>
          <p:cNvPr id="2" name="Title 1">
            <a:extLst>
              <a:ext uri="{FF2B5EF4-FFF2-40B4-BE49-F238E27FC236}">
                <a16:creationId xmlns:a16="http://schemas.microsoft.com/office/drawing/2014/main" id="{ADB0F071-6068-0153-5DF2-6959FBA61C47}"/>
              </a:ext>
            </a:extLst>
          </p:cNvPr>
          <p:cNvSpPr>
            <a:spLocks noGrp="1"/>
          </p:cNvSpPr>
          <p:nvPr>
            <p:ph type="title" hasCustomPrompt="1"/>
          </p:nvPr>
        </p:nvSpPr>
        <p:spPr>
          <a:xfrm>
            <a:off x="1887422" y="3080544"/>
            <a:ext cx="8417156" cy="510291"/>
          </a:xfrm>
          <a:prstGeom prst="rect">
            <a:avLst/>
          </a:prstGeom>
        </p:spPr>
        <p:txBody>
          <a:bodyPr vert="horz" lIns="0" tIns="45720" rIns="0" bIns="45720" rtlCol="0" anchor="b">
            <a:noAutofit/>
          </a:bodyPr>
          <a:lstStyle>
            <a:lvl1pPr algn="ctr">
              <a:defRPr lang="en-US" sz="4800" b="0" i="0" spc="-20">
                <a:solidFill>
                  <a:schemeClr val="tx1"/>
                </a:solidFill>
                <a:latin typeface="Lexend Medium" pitchFamily="2" charset="77"/>
                <a:ea typeface="Lexend Medium" pitchFamily="2" charset="77"/>
                <a:cs typeface="Lexend Medium" pitchFamily="2" charset="77"/>
              </a:defRPr>
            </a:lvl1pPr>
          </a:lstStyle>
          <a:p>
            <a:pPr lvl="0"/>
            <a:r>
              <a:rPr lang="en-US" dirty="0"/>
              <a:t>Section Divider – Capitalize Each Word</a:t>
            </a:r>
            <a:endParaRPr lang="en-FI"/>
          </a:p>
        </p:txBody>
      </p:sp>
    </p:spTree>
    <p:extLst>
      <p:ext uri="{BB962C8B-B14F-4D97-AF65-F5344CB8AC3E}">
        <p14:creationId xmlns:p14="http://schemas.microsoft.com/office/powerpoint/2010/main" val="422997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 Dark">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167020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Utility Slides | Dark">
    <p:spTree>
      <p:nvGrpSpPr>
        <p:cNvPr id="1" name=""/>
        <p:cNvGrpSpPr/>
        <p:nvPr/>
      </p:nvGrpSpPr>
      <p:grpSpPr>
        <a:xfrm>
          <a:off x="0" y="0"/>
          <a:ext cx="0" cy="0"/>
          <a:chOff x="0" y="0"/>
          <a:chExt cx="0" cy="0"/>
        </a:xfrm>
      </p:grpSpPr>
      <p:sp>
        <p:nvSpPr>
          <p:cNvPr id="3" name="Disclaimer-English (United States)">
            <a:extLst>
              <a:ext uri="{FF2B5EF4-FFF2-40B4-BE49-F238E27FC236}">
                <a16:creationId xmlns:a16="http://schemas.microsoft.com/office/drawing/2014/main" id="{D5D0D6BE-02E5-E18B-FDCC-7D631EC2BB08}"/>
              </a:ext>
            </a:extLst>
          </p:cNvPr>
          <p:cNvSpPr>
            <a:spLocks noChangeArrowheads="1"/>
          </p:cNvSpPr>
          <p:nvPr userDrawn="1">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solidFill>
              <a:latin typeface="Lexend Medium" pitchFamily="2" charset="77"/>
              <a:ea typeface="Montserrat" panose="00000500000000000000" pitchFamily="2" charset="0"/>
              <a:cs typeface="Montserrat" panose="00000500000000000000" pitchFamily="2" charset="0"/>
            </a:endParaRPr>
          </a:p>
        </p:txBody>
      </p:sp>
      <p:sp>
        <p:nvSpPr>
          <p:cNvPr id="11" name="Text Placeholder 10">
            <a:extLst>
              <a:ext uri="{FF2B5EF4-FFF2-40B4-BE49-F238E27FC236}">
                <a16:creationId xmlns:a16="http://schemas.microsoft.com/office/drawing/2014/main" id="{F447EAE3-8A4F-B426-ACF4-5137926360FF}"/>
              </a:ext>
            </a:extLst>
          </p:cNvPr>
          <p:cNvSpPr>
            <a:spLocks noGrp="1"/>
          </p:cNvSpPr>
          <p:nvPr>
            <p:ph type="body" sz="quarter" idx="10"/>
          </p:nvPr>
        </p:nvSpPr>
        <p:spPr>
          <a:xfrm>
            <a:off x="1338524" y="1638300"/>
            <a:ext cx="6814876" cy="5029200"/>
          </a:xfrm>
          <a:prstGeom prst="rect">
            <a:avLst/>
          </a:prstGeom>
        </p:spPr>
        <p:txBody>
          <a:bodyPr wrap="square" lIns="0" tIns="0" rIns="0" bIns="0" anchor="t" anchorCtr="0">
            <a:noAutofit/>
          </a:bodyPr>
          <a:lstStyle>
            <a:lvl1pPr marL="9525" indent="0" algn="l">
              <a:buNone/>
              <a:tabLst/>
              <a:defRPr sz="1400">
                <a:solidFill>
                  <a:schemeClr val="tx1"/>
                </a:solidFill>
              </a:defRPr>
            </a:lvl1pPr>
            <a:lvl2pPr marL="295275" indent="-285750" algn="l">
              <a:buFont typeface="Arial" panose="020B0604020202020204" pitchFamily="34" charset="0"/>
              <a:buChar char="•"/>
              <a:tabLst/>
              <a:defRPr sz="1400">
                <a:solidFill>
                  <a:schemeClr val="tx1"/>
                </a:solidFill>
              </a:defRPr>
            </a:lvl2pPr>
            <a:lvl3pPr marL="295275" indent="-285750" algn="l">
              <a:buFont typeface="Arial" panose="020B0604020202020204" pitchFamily="34" charset="0"/>
              <a:buChar char="•"/>
              <a:tabLst/>
              <a:defRPr sz="1400">
                <a:solidFill>
                  <a:schemeClr val="tx1"/>
                </a:solidFill>
              </a:defRPr>
            </a:lvl3pPr>
            <a:lvl4pPr marL="295275" indent="-285750" algn="l">
              <a:buFont typeface="Arial" panose="020B0604020202020204" pitchFamily="34" charset="0"/>
              <a:buChar char="•"/>
              <a:tabLst/>
              <a:defRPr sz="1400">
                <a:solidFill>
                  <a:schemeClr val="tx1"/>
                </a:solidFill>
              </a:defRPr>
            </a:lvl4pPr>
            <a:lvl5pPr marL="295275" indent="-285750" algn="l">
              <a:buFont typeface="Arial" panose="020B0604020202020204" pitchFamily="34" charset="0"/>
              <a:buChar char="•"/>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4" name="Title 1">
            <a:extLst>
              <a:ext uri="{FF2B5EF4-FFF2-40B4-BE49-F238E27FC236}">
                <a16:creationId xmlns:a16="http://schemas.microsoft.com/office/drawing/2014/main" id="{0F983174-08FC-278E-1BD4-458625402917}"/>
              </a:ext>
            </a:extLst>
          </p:cNvPr>
          <p:cNvSpPr>
            <a:spLocks noGrp="1"/>
          </p:cNvSpPr>
          <p:nvPr>
            <p:ph type="title"/>
          </p:nvPr>
        </p:nvSpPr>
        <p:spPr>
          <a:xfrm>
            <a:off x="1338524" y="365125"/>
            <a:ext cx="9939076" cy="600456"/>
          </a:xfrm>
          <a:prstGeom prst="rect">
            <a:avLst/>
          </a:prstGeom>
        </p:spPr>
        <p:txBody>
          <a:bodyPr lIns="0" rIns="0" anchor="ctr" anchorCtr="0"/>
          <a:lstStyle>
            <a:lvl1pPr>
              <a:defRPr>
                <a:solidFill>
                  <a:schemeClr val="accent2"/>
                </a:solidFill>
              </a:defRPr>
            </a:lvl1pPr>
          </a:lstStyle>
          <a:p>
            <a:r>
              <a:rPr lang="en-US"/>
              <a:t>Click to edit Master title style</a:t>
            </a:r>
            <a:endParaRPr lang="nl-NL" dirty="0"/>
          </a:p>
        </p:txBody>
      </p:sp>
    </p:spTree>
    <p:extLst>
      <p:ext uri="{BB962C8B-B14F-4D97-AF65-F5344CB8AC3E}">
        <p14:creationId xmlns:p14="http://schemas.microsoft.com/office/powerpoint/2010/main" val="421413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pen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FDD6D-50D0-DD04-BD81-0CB89C283817}"/>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6489"/>
                    </a14:imgEffect>
                    <a14:imgEffect>
                      <a14:brightnessContrast bright="9000"/>
                    </a14:imgEffect>
                  </a14:imgLayer>
                </a14:imgProps>
              </a:ex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4" name="gradient">
            <a:extLst>
              <a:ext uri="{FF2B5EF4-FFF2-40B4-BE49-F238E27FC236}">
                <a16:creationId xmlns:a16="http://schemas.microsoft.com/office/drawing/2014/main" id="{B5942621-F5A1-2F94-AF1C-E9D24429E812}"/>
              </a:ext>
            </a:extLst>
          </p:cNvPr>
          <p:cNvSpPr/>
          <p:nvPr userDrawn="1"/>
        </p:nvSpPr>
        <p:spPr>
          <a:xfrm rot="5400000">
            <a:off x="2666998" y="-2666999"/>
            <a:ext cx="6858002" cy="12192002"/>
          </a:xfrm>
          <a:prstGeom prst="rect">
            <a:avLst/>
          </a:prstGeom>
          <a:gradFill flip="none" rotWithShape="1">
            <a:gsLst>
              <a:gs pos="30000">
                <a:schemeClr val="accent3">
                  <a:alpha val="30886"/>
                </a:schemeClr>
              </a:gs>
              <a:gs pos="1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exend Medium" pitchFamily="2" charset="77"/>
            </a:endParaRPr>
          </a:p>
        </p:txBody>
      </p:sp>
      <p:sp>
        <p:nvSpPr>
          <p:cNvPr id="7" name="Title 8">
            <a:extLst>
              <a:ext uri="{FF2B5EF4-FFF2-40B4-BE49-F238E27FC236}">
                <a16:creationId xmlns:a16="http://schemas.microsoft.com/office/drawing/2014/main" id="{7248F529-6E74-DEA8-F5C5-88B7D88CD9E8}"/>
              </a:ext>
            </a:extLst>
          </p:cNvPr>
          <p:cNvSpPr>
            <a:spLocks noGrp="1"/>
          </p:cNvSpPr>
          <p:nvPr>
            <p:ph type="title" hasCustomPrompt="1"/>
          </p:nvPr>
        </p:nvSpPr>
        <p:spPr>
          <a:xfrm>
            <a:off x="876844" y="2217051"/>
            <a:ext cx="7537529" cy="1325563"/>
          </a:xfrm>
          <a:prstGeom prst="rect">
            <a:avLst/>
          </a:prstGeom>
        </p:spPr>
        <p:txBody>
          <a:bodyPr lIns="0" tIns="0" rIns="0" bIns="0" anchor="b"/>
          <a:lstStyle>
            <a:lvl1pPr>
              <a:defRPr sz="4000" b="1" i="0">
                <a:solidFill>
                  <a:schemeClr val="tx1"/>
                </a:solidFill>
                <a:latin typeface="Lexend SemiBold" pitchFamily="2" charset="77"/>
              </a:defRPr>
            </a:lvl1pPr>
          </a:lstStyle>
          <a:p>
            <a:r>
              <a:rPr lang="en-US" dirty="0"/>
              <a:t>Click to Edit Title</a:t>
            </a:r>
          </a:p>
        </p:txBody>
      </p:sp>
      <p:sp>
        <p:nvSpPr>
          <p:cNvPr id="9" name="Text Placeholder 11">
            <a:extLst>
              <a:ext uri="{FF2B5EF4-FFF2-40B4-BE49-F238E27FC236}">
                <a16:creationId xmlns:a16="http://schemas.microsoft.com/office/drawing/2014/main" id="{DA7EFE7C-C2D4-0E05-9369-036704ADE36A}"/>
              </a:ext>
            </a:extLst>
          </p:cNvPr>
          <p:cNvSpPr>
            <a:spLocks noGrp="1"/>
          </p:cNvSpPr>
          <p:nvPr>
            <p:ph type="body" sz="quarter" idx="10" hasCustomPrompt="1"/>
          </p:nvPr>
        </p:nvSpPr>
        <p:spPr>
          <a:xfrm>
            <a:off x="892776" y="4340374"/>
            <a:ext cx="1728788" cy="278538"/>
          </a:xfrm>
          <a:prstGeom prst="rect">
            <a:avLst/>
          </a:prstGeom>
          <a:noFill/>
        </p:spPr>
        <p:txBody>
          <a:bodyPr wrap="square" lIns="0">
            <a:spAutoFit/>
          </a:bodyPr>
          <a:lstStyle>
            <a:lvl1pPr marL="0" indent="0">
              <a:buNone/>
              <a:defRPr lang="en-US" sz="1100" b="0" i="0" spc="0" dirty="0" smtClean="0">
                <a:solidFill>
                  <a:schemeClr val="tx1"/>
                </a:solidFill>
                <a:latin typeface="Lexend Light" pitchFamily="2" charset="77"/>
                <a:ea typeface="Lexend Light" pitchFamily="2" charset="77"/>
                <a:cs typeface="Lexend Light" pitchFamily="2" charset="77"/>
              </a:defRPr>
            </a:lvl1pPr>
            <a:lvl2pPr marL="228600" indent="0">
              <a:buNone/>
              <a:defRPr lang="en-US" sz="1100" dirty="0" smtClean="0">
                <a:solidFill>
                  <a:schemeClr val="bg1"/>
                </a:solidFill>
              </a:defRPr>
            </a:lvl2pPr>
            <a:lvl3pPr marL="685800" indent="0">
              <a:buNone/>
              <a:defRPr lang="en-US" sz="1100" dirty="0" smtClean="0">
                <a:solidFill>
                  <a:schemeClr val="bg1"/>
                </a:solidFill>
              </a:defRPr>
            </a:lvl3pPr>
            <a:lvl4pPr marL="1143000" indent="0">
              <a:buNone/>
              <a:defRPr lang="en-US" sz="1100" dirty="0" smtClean="0">
                <a:solidFill>
                  <a:schemeClr val="bg1"/>
                </a:solidFill>
              </a:defRPr>
            </a:lvl4pPr>
            <a:lvl5pPr marL="1600200" indent="0">
              <a:buNone/>
              <a:defRPr lang="en-US" sz="1100" dirty="0">
                <a:solidFill>
                  <a:schemeClr val="bg1"/>
                </a:solidFill>
              </a:defRPr>
            </a:lvl5pPr>
          </a:lstStyle>
          <a:p>
            <a:pPr marL="0" lvl="0"/>
            <a:r>
              <a:rPr lang="en-US" dirty="0"/>
              <a:t>Date</a:t>
            </a:r>
          </a:p>
        </p:txBody>
      </p:sp>
      <p:sp>
        <p:nvSpPr>
          <p:cNvPr id="11" name="Text Placeholder 16">
            <a:extLst>
              <a:ext uri="{FF2B5EF4-FFF2-40B4-BE49-F238E27FC236}">
                <a16:creationId xmlns:a16="http://schemas.microsoft.com/office/drawing/2014/main" id="{F6896D75-6287-21C1-DE94-9812524ACCEA}"/>
              </a:ext>
            </a:extLst>
          </p:cNvPr>
          <p:cNvSpPr>
            <a:spLocks noGrp="1"/>
          </p:cNvSpPr>
          <p:nvPr>
            <p:ph type="body" sz="quarter" idx="11"/>
          </p:nvPr>
        </p:nvSpPr>
        <p:spPr>
          <a:xfrm>
            <a:off x="876300" y="3559635"/>
            <a:ext cx="7537529" cy="398635"/>
          </a:xfrm>
          <a:prstGeom prst="rect">
            <a:avLst/>
          </a:prstGeom>
          <a:noFill/>
        </p:spPr>
        <p:txBody>
          <a:bodyPr wrap="square" lIns="0">
            <a:spAutoFit/>
          </a:bodyPr>
          <a:lstStyle>
            <a:lvl1pPr marL="0" indent="0">
              <a:spcBef>
                <a:spcPts val="0"/>
              </a:spcBef>
              <a:buFontTx/>
              <a:buNone/>
              <a:defRPr lang="en-US" sz="1800" b="0" i="0" dirty="0" smtClean="0">
                <a:solidFill>
                  <a:schemeClr val="accent3">
                    <a:lumMod val="60000"/>
                    <a:lumOff val="40000"/>
                  </a:schemeClr>
                </a:solidFill>
                <a:latin typeface="Lexend Light" pitchFamily="2" charset="77"/>
                <a:ea typeface="Lexend Light" pitchFamily="2" charset="77"/>
                <a:cs typeface="Lexend Light" pitchFamily="2" charset="77"/>
              </a:defRPr>
            </a:lvl1pPr>
            <a:lvl2pPr marL="228600" indent="0">
              <a:buFontTx/>
              <a:buNone/>
              <a:defRPr lang="en-US" sz="1800" dirty="0" smtClean="0">
                <a:solidFill>
                  <a:schemeClr val="bg1"/>
                </a:solidFill>
                <a:latin typeface="+mn-lt"/>
              </a:defRPr>
            </a:lvl2pPr>
            <a:lvl3pPr marL="685800" indent="0">
              <a:buFontTx/>
              <a:buNone/>
              <a:defRPr lang="en-US" sz="1800" dirty="0" smtClean="0">
                <a:solidFill>
                  <a:schemeClr val="bg1"/>
                </a:solidFill>
                <a:latin typeface="+mn-lt"/>
              </a:defRPr>
            </a:lvl3pPr>
            <a:lvl4pPr marL="1143000" indent="0">
              <a:buFontTx/>
              <a:buNone/>
              <a:defRPr lang="en-US" sz="1800" dirty="0" smtClean="0">
                <a:solidFill>
                  <a:schemeClr val="bg1"/>
                </a:solidFill>
                <a:latin typeface="+mn-lt"/>
              </a:defRPr>
            </a:lvl4pPr>
            <a:lvl5pPr marL="1600200" indent="0">
              <a:buFontTx/>
              <a:buNone/>
              <a:defRPr lang="en-US" sz="1800" dirty="0">
                <a:solidFill>
                  <a:schemeClr val="bg1"/>
                </a:solidFill>
                <a:latin typeface="+mn-lt"/>
              </a:defRPr>
            </a:lvl5pPr>
          </a:lstStyle>
          <a:p>
            <a:pPr marL="0" lvl="0"/>
            <a:r>
              <a:rPr lang="en-US"/>
              <a:t>Click to edit Master text styles</a:t>
            </a:r>
          </a:p>
        </p:txBody>
      </p:sp>
      <p:pic>
        <p:nvPicPr>
          <p:cNvPr id="10" name="Graphic 9">
            <a:extLst>
              <a:ext uri="{FF2B5EF4-FFF2-40B4-BE49-F238E27FC236}">
                <a16:creationId xmlns:a16="http://schemas.microsoft.com/office/drawing/2014/main" id="{DF2C6EF7-FFFB-8C20-9A51-1D151028BD9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p:blipFill>
        <p:spPr>
          <a:xfrm>
            <a:off x="863943" y="1205724"/>
            <a:ext cx="2447669" cy="508142"/>
          </a:xfrm>
          <a:prstGeom prst="rect">
            <a:avLst/>
          </a:prstGeom>
        </p:spPr>
      </p:pic>
    </p:spTree>
    <p:extLst>
      <p:ext uri="{BB962C8B-B14F-4D97-AF65-F5344CB8AC3E}">
        <p14:creationId xmlns:p14="http://schemas.microsoft.com/office/powerpoint/2010/main" val="1490131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6.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5.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microsoft.com/office/2007/relationships/hdphoto" Target="../media/hdphoto2.wdp"/><Relationship Id="rId5" Type="http://schemas.openxmlformats.org/officeDocument/2006/relationships/slideLayout" Target="../slideLayouts/slideLayout17.xml"/><Relationship Id="rId10" Type="http://schemas.openxmlformats.org/officeDocument/2006/relationships/image" Target="../media/image4.png"/><Relationship Id="rId4" Type="http://schemas.openxmlformats.org/officeDocument/2006/relationships/slideLayout" Target="../slideLayouts/slideLayout16.xml"/><Relationship Id="rId9" Type="http://schemas.openxmlformats.org/officeDocument/2006/relationships/tags" Target="../tags/tag1.xml"/><Relationship Id="rId14" Type="http://schemas.openxmlformats.org/officeDocument/2006/relationships/image" Target="../media/image7.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microsoft.com/office/2007/relationships/hdphoto" Target="../media/hdphoto4.wdp"/><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10.png"/><Relationship Id="rId17" Type="http://schemas.openxmlformats.org/officeDocument/2006/relationships/image" Target="../media/image13.svg"/><Relationship Id="rId2" Type="http://schemas.openxmlformats.org/officeDocument/2006/relationships/slideLayout" Target="../slideLayouts/slideLayout21.xml"/><Relationship Id="rId16" Type="http://schemas.openxmlformats.org/officeDocument/2006/relationships/image" Target="../media/image12.pn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ags" Target="../tags/tag7.xml"/><Relationship Id="rId5" Type="http://schemas.openxmlformats.org/officeDocument/2006/relationships/slideLayout" Target="../slideLayouts/slideLayout24.xml"/><Relationship Id="rId15" Type="http://schemas.microsoft.com/office/2007/relationships/hdphoto" Target="../media/hdphoto5.wdp"/><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000FFB-C85D-0240-E82C-FBF6F7028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DEBB7336-8C8B-FE75-C8ED-AEFE2029F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BDFA4D9-F9D1-485D-3C29-40DE3F5A2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F4134D-7E15-407A-8435-7184106C40D7}" type="datetimeFigureOut">
              <a:rPr lang="en-NL" smtClean="0"/>
              <a:t>27/11/2025</a:t>
            </a:fld>
            <a:endParaRPr lang="en-NL"/>
          </a:p>
        </p:txBody>
      </p:sp>
      <p:sp>
        <p:nvSpPr>
          <p:cNvPr id="5" name="Footer Placeholder 4">
            <a:extLst>
              <a:ext uri="{FF2B5EF4-FFF2-40B4-BE49-F238E27FC236}">
                <a16:creationId xmlns:a16="http://schemas.microsoft.com/office/drawing/2014/main" id="{E8F6FEB3-0E0A-E0E1-BACE-51F9FC674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1D9F0D5F-418A-6B19-9342-CA77A0AEA1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0998BB-EF5C-4E2D-A82E-A266380CEFCF}" type="slidenum">
              <a:rPr lang="en-NL" smtClean="0"/>
              <a:t>‹#›</a:t>
            </a:fld>
            <a:endParaRPr lang="en-NL"/>
          </a:p>
        </p:txBody>
      </p:sp>
    </p:spTree>
    <p:extLst>
      <p:ext uri="{BB962C8B-B14F-4D97-AF65-F5344CB8AC3E}">
        <p14:creationId xmlns:p14="http://schemas.microsoft.com/office/powerpoint/2010/main" val="66855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2">
                <a:lumMod val="92000"/>
                <a:lumOff val="8000"/>
              </a:schemeClr>
            </a:gs>
            <a:gs pos="0">
              <a:schemeClr val="bg1">
                <a:lumMod val="95000"/>
              </a:schemeClr>
            </a:gs>
            <a:gs pos="98000">
              <a:schemeClr val="bg1"/>
            </a:gs>
          </a:gsLst>
          <a:path path="circle">
            <a:fillToRect l="100000" b="100000"/>
          </a:path>
          <a:tileRect/>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7BF611A-8286-C7D0-B98B-155872C93A84}"/>
              </a:ext>
            </a:extLst>
          </p:cNvPr>
          <p:cNvGrpSpPr/>
          <p:nvPr userDrawn="1"/>
        </p:nvGrpSpPr>
        <p:grpSpPr>
          <a:xfrm>
            <a:off x="9336343" y="-130410"/>
            <a:ext cx="3371923" cy="7118819"/>
            <a:chOff x="9327634" y="-155759"/>
            <a:chExt cx="3371923" cy="7118819"/>
          </a:xfrm>
        </p:grpSpPr>
        <p:grpSp>
          <p:nvGrpSpPr>
            <p:cNvPr id="8" name="Group 7">
              <a:extLst>
                <a:ext uri="{FF2B5EF4-FFF2-40B4-BE49-F238E27FC236}">
                  <a16:creationId xmlns:a16="http://schemas.microsoft.com/office/drawing/2014/main" id="{5127CE25-6361-AAF8-4F51-BCEB2D97F72C}"/>
                </a:ext>
              </a:extLst>
            </p:cNvPr>
            <p:cNvGrpSpPr/>
            <p:nvPr userDrawn="1"/>
          </p:nvGrpSpPr>
          <p:grpSpPr>
            <a:xfrm>
              <a:off x="9327634" y="-155759"/>
              <a:ext cx="3371923" cy="7118819"/>
              <a:chOff x="9327634" y="-155759"/>
              <a:chExt cx="3371923" cy="7118819"/>
            </a:xfrm>
          </p:grpSpPr>
          <p:pic>
            <p:nvPicPr>
              <p:cNvPr id="3" name="Picture 16" descr="A white lines on a black background&#10;&#10;Description automatically generated">
                <a:extLst>
                  <a:ext uri="{FF2B5EF4-FFF2-40B4-BE49-F238E27FC236}">
                    <a16:creationId xmlns:a16="http://schemas.microsoft.com/office/drawing/2014/main" id="{D57DFD89-2408-256D-DBE9-3B1062EBDFDC}"/>
                  </a:ext>
                </a:extLst>
              </p:cNvPr>
              <p:cNvPicPr>
                <a:picLocks noChangeAspect="1"/>
              </p:cNvPicPr>
              <p:nvPr userDrawn="1"/>
            </p:nvPicPr>
            <p:blipFill rotWithShape="1">
              <a:blip r:embed="rId10" cstate="screen">
                <a:duotone>
                  <a:prstClr val="black"/>
                  <a:schemeClr val="tx1">
                    <a:lumMod val="50000"/>
                    <a:lumOff val="50000"/>
                    <a:tint val="45000"/>
                    <a:satMod val="400000"/>
                  </a:schemeClr>
                </a:duotone>
                <a:alphaModFix amt="81000"/>
                <a:extLst>
                  <a:ext uri="{BEBA8EAE-BF5A-486C-A8C5-ECC9F3942E4B}">
                    <a14:imgProps xmlns:a14="http://schemas.microsoft.com/office/drawing/2010/main">
                      <a14:imgLayer r:embed="rId11">
                        <a14:imgEffect>
                          <a14:sharpenSoften amount="62000"/>
                        </a14:imgEffect>
                        <a14:imgEffect>
                          <a14:brightnessContrast bright="13000" contrast="100000"/>
                        </a14:imgEffect>
                      </a14:imgLayer>
                    </a14:imgProps>
                  </a:ext>
                  <a:ext uri="{28A0092B-C50C-407E-A947-70E740481C1C}">
                    <a14:useLocalDpi xmlns:a14="http://schemas.microsoft.com/office/drawing/2010/main"/>
                  </a:ext>
                </a:extLst>
              </a:blip>
              <a:srcRect/>
              <a:stretch/>
            </p:blipFill>
            <p:spPr>
              <a:xfrm rot="15723844" flipH="1">
                <a:off x="8019333" y="2282836"/>
                <a:ext cx="7118819" cy="2241629"/>
              </a:xfrm>
              <a:prstGeom prst="rect">
                <a:avLst/>
              </a:prstGeom>
            </p:spPr>
          </p:pic>
          <p:pic>
            <p:nvPicPr>
              <p:cNvPr id="7" name="Graphic 9">
                <a:extLst>
                  <a:ext uri="{FF2B5EF4-FFF2-40B4-BE49-F238E27FC236}">
                    <a16:creationId xmlns:a16="http://schemas.microsoft.com/office/drawing/2014/main" id="{7D799F13-81CD-8332-955F-7AE08E57A009}"/>
                  </a:ext>
                </a:extLst>
              </p:cNvPr>
              <p:cNvPicPr>
                <a:picLocks noChangeAspect="1"/>
              </p:cNvPicPr>
              <p:nvPr userDrawn="1"/>
            </p:nvPicPr>
            <p:blipFill>
              <a:blip r:embed="rId12" cstate="screen">
                <a:alphaModFix amt="10000"/>
                <a:extLst>
                  <a:ext uri="{28A0092B-C50C-407E-A947-70E740481C1C}">
                    <a14:useLocalDpi xmlns:a14="http://schemas.microsoft.com/office/drawing/2010/main"/>
                  </a:ext>
                </a:extLst>
              </a:blip>
              <a:srcRect/>
              <a:stretch/>
            </p:blipFill>
            <p:spPr>
              <a:xfrm>
                <a:off x="9327634" y="45791"/>
                <a:ext cx="2864366" cy="6812209"/>
              </a:xfrm>
              <a:prstGeom prst="rect">
                <a:avLst/>
              </a:prstGeom>
              <a:noFill/>
            </p:spPr>
          </p:pic>
        </p:grpSp>
        <p:pic>
          <p:nvPicPr>
            <p:cNvPr id="32" name="Graphic 31">
              <a:extLst>
                <a:ext uri="{FF2B5EF4-FFF2-40B4-BE49-F238E27FC236}">
                  <a16:creationId xmlns:a16="http://schemas.microsoft.com/office/drawing/2014/main" id="{64D9ABAF-1538-3E0B-EABF-8164FDBE623B}"/>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rcRect/>
            <a:stretch/>
          </p:blipFill>
          <p:spPr>
            <a:xfrm>
              <a:off x="11493477" y="128909"/>
              <a:ext cx="313989" cy="313989"/>
            </a:xfrm>
            <a:prstGeom prst="rect">
              <a:avLst/>
            </a:prstGeom>
          </p:spPr>
        </p:pic>
      </p:grpSp>
      <p:sp>
        <p:nvSpPr>
          <p:cNvPr id="4" name="Disclaimer-English (United States)">
            <a:extLst>
              <a:ext uri="{FF2B5EF4-FFF2-40B4-BE49-F238E27FC236}">
                <a16:creationId xmlns:a16="http://schemas.microsoft.com/office/drawing/2014/main" id="{4967612C-8E7D-9533-40CB-B02510C5F5EB}"/>
              </a:ext>
            </a:extLst>
          </p:cNvPr>
          <p:cNvSpPr>
            <a:spLocks noChangeArrowheads="1"/>
          </p:cNvSpPr>
          <p:nvPr userDrawn="1">
            <p:custDataLst>
              <p:tags r:id="rId9"/>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tx1">
                    <a:lumMod val="75000"/>
                    <a:lumOff val="25000"/>
                  </a:schemeClr>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tx1">
                  <a:lumMod val="75000"/>
                  <a:lumOff val="25000"/>
                </a:schemeClr>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3777124432"/>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lnSpc>
          <a:spcPct val="90000"/>
        </a:lnSpc>
        <a:spcBef>
          <a:spcPct val="0"/>
        </a:spcBef>
        <a:buNone/>
        <a:defRPr sz="3200" b="0" i="0" kern="1200" spc="-50" baseline="0">
          <a:solidFill>
            <a:schemeClr val="accent1"/>
          </a:solidFill>
          <a:latin typeface="Lexend Medium" pitchFamily="2" charset="77"/>
          <a:ea typeface="+mj-ea"/>
          <a:cs typeface="+mj-cs"/>
        </a:defRPr>
      </a:lvl1pPr>
    </p:titleStyle>
    <p:bodyStyle>
      <a:lvl1pPr marL="228600" indent="-137160" algn="l" defTabSz="914400" rtl="0" eaLnBrk="1" latinLnBrk="0" hangingPunct="1">
        <a:lnSpc>
          <a:spcPct val="120000"/>
        </a:lnSpc>
        <a:spcBef>
          <a:spcPts val="10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1pPr>
      <a:lvl2pPr marL="6858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2pPr>
      <a:lvl3pPr marL="11430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3pPr>
      <a:lvl4pPr marL="16002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4pPr>
      <a:lvl5pPr marL="20574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2">
              <a:lumMod val="75000"/>
              <a:lumOff val="25000"/>
            </a:schemeClr>
          </a:solidFill>
          <a:latin typeface="Lexend Light" pitchFamily="2" charset="77"/>
          <a:ea typeface="+mn-ea"/>
          <a:cs typeface="+mn-cs"/>
        </a:defRPr>
      </a:lvl5pPr>
      <a:lvl6pPr marL="25146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96">
          <p15:clr>
            <a:srgbClr val="F26B43"/>
          </p15:clr>
        </p15:guide>
        <p15:guide id="4" pos="7584">
          <p15:clr>
            <a:srgbClr val="F26B43"/>
          </p15:clr>
        </p15:guide>
        <p15:guide id="5" orient="horz" pos="4200">
          <p15:clr>
            <a:srgbClr val="F26B43"/>
          </p15:clr>
        </p15:guide>
        <p15:guide id="6" orient="horz" pos="96">
          <p15:clr>
            <a:srgbClr val="F26B43"/>
          </p15:clr>
        </p15:guide>
        <p15:guide id="7" pos="7104">
          <p15:clr>
            <a:srgbClr val="F26B43"/>
          </p15:clr>
        </p15:guide>
        <p15:guide id="8" pos="5712">
          <p15:clr>
            <a:srgbClr val="F26B43"/>
          </p15:clr>
        </p15:guide>
        <p15:guide id="9" pos="1968">
          <p15:clr>
            <a:srgbClr val="F26B43"/>
          </p15:clr>
        </p15:guide>
        <p15:guide id="10" pos="2544">
          <p15:clr>
            <a:srgbClr val="F26B43"/>
          </p15:clr>
        </p15:guide>
        <p15:guide id="11" pos="5136">
          <p15:clr>
            <a:srgbClr val="F26B43"/>
          </p15:clr>
        </p15:guide>
        <p15:guide id="12" orient="horz" pos="1032">
          <p15:clr>
            <a:srgbClr val="F26B43"/>
          </p15:clr>
        </p15:guide>
        <p15:guide id="13" pos="5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bg2">
                <a:lumMod val="92000"/>
                <a:lumOff val="8000"/>
              </a:schemeClr>
            </a:gs>
            <a:gs pos="0">
              <a:schemeClr val="accent1"/>
            </a:gs>
            <a:gs pos="98000">
              <a:schemeClr val="accent1">
                <a:lumMod val="50000"/>
              </a:schemeClr>
            </a:gs>
          </a:gsLst>
          <a:path path="circle">
            <a:fillToRect l="100000" b="100000"/>
          </a:path>
        </a:gradFill>
        <a:effectLst/>
      </p:bgPr>
    </p:bg>
    <p:spTree>
      <p:nvGrpSpPr>
        <p:cNvPr id="1" name=""/>
        <p:cNvGrpSpPr/>
        <p:nvPr/>
      </p:nvGrpSpPr>
      <p:grpSpPr>
        <a:xfrm>
          <a:off x="0" y="0"/>
          <a:ext cx="0" cy="0"/>
          <a:chOff x="0" y="0"/>
          <a:chExt cx="0" cy="0"/>
        </a:xfrm>
      </p:grpSpPr>
      <p:pic>
        <p:nvPicPr>
          <p:cNvPr id="17" name="Picture 16" descr="A white lines on a black background&#10;&#10;Description automatically generated">
            <a:extLst>
              <a:ext uri="{FF2B5EF4-FFF2-40B4-BE49-F238E27FC236}">
                <a16:creationId xmlns:a16="http://schemas.microsoft.com/office/drawing/2014/main" id="{965C87A4-1B43-8B8C-4A6D-14E83C072BF7}"/>
              </a:ext>
            </a:extLst>
          </p:cNvPr>
          <p:cNvPicPr preferRelativeResize="0">
            <a:picLocks/>
          </p:cNvPicPr>
          <p:nvPr userDrawn="1"/>
        </p:nvPicPr>
        <p:blipFill rotWithShape="1">
          <a:blip r:embed="rId12" cstate="screen">
            <a:alphaModFix amt="34000"/>
            <a:extLst>
              <a:ext uri="{BEBA8EAE-BF5A-486C-A8C5-ECC9F3942E4B}">
                <a14:imgProps xmlns:a14="http://schemas.microsoft.com/office/drawing/2010/main">
                  <a14:imgLayer r:embed="rId13">
                    <a14:imgEffect>
                      <a14:sharpenSoften amount="62000"/>
                    </a14:imgEffect>
                  </a14:imgLayer>
                </a14:imgProps>
              </a:ext>
              <a:ext uri="{28A0092B-C50C-407E-A947-70E740481C1C}">
                <a14:useLocalDpi xmlns:a14="http://schemas.microsoft.com/office/drawing/2010/main"/>
              </a:ext>
            </a:extLst>
          </a:blip>
          <a:srcRect/>
          <a:stretch/>
        </p:blipFill>
        <p:spPr>
          <a:xfrm rot="15723844" flipH="1">
            <a:off x="8200647" y="2502809"/>
            <a:ext cx="6929829" cy="1996962"/>
          </a:xfrm>
          <a:prstGeom prst="rect">
            <a:avLst/>
          </a:prstGeom>
        </p:spPr>
      </p:pic>
      <p:grpSp>
        <p:nvGrpSpPr>
          <p:cNvPr id="7" name="Group 6">
            <a:extLst>
              <a:ext uri="{FF2B5EF4-FFF2-40B4-BE49-F238E27FC236}">
                <a16:creationId xmlns:a16="http://schemas.microsoft.com/office/drawing/2014/main" id="{DF29EE8C-1111-1914-510B-89BF593B2E44}"/>
              </a:ext>
            </a:extLst>
          </p:cNvPr>
          <p:cNvGrpSpPr/>
          <p:nvPr userDrawn="1"/>
        </p:nvGrpSpPr>
        <p:grpSpPr>
          <a:xfrm>
            <a:off x="9308381" y="0"/>
            <a:ext cx="2883619" cy="6858418"/>
            <a:chOff x="9308381" y="0"/>
            <a:chExt cx="2883619" cy="6858418"/>
          </a:xfrm>
        </p:grpSpPr>
        <p:pic>
          <p:nvPicPr>
            <p:cNvPr id="15" name="Graphic 9">
              <a:extLst>
                <a:ext uri="{FF2B5EF4-FFF2-40B4-BE49-F238E27FC236}">
                  <a16:creationId xmlns:a16="http://schemas.microsoft.com/office/drawing/2014/main" id="{CF60B33A-1BBB-E147-3104-9D84182A897A}"/>
                </a:ext>
              </a:extLst>
            </p:cNvPr>
            <p:cNvPicPr preferRelativeResize="0">
              <a:picLocks/>
            </p:cNvPicPr>
            <p:nvPr userDrawn="1"/>
          </p:nvPicPr>
          <p:blipFill>
            <a:blip r:embed="rId14" cstate="screen">
              <a:duotone>
                <a:schemeClr val="accent1">
                  <a:shade val="45000"/>
                  <a:satMod val="135000"/>
                </a:schemeClr>
                <a:prstClr val="white"/>
              </a:duotone>
              <a:extLst>
                <a:ext uri="{BEBA8EAE-BF5A-486C-A8C5-ECC9F3942E4B}">
                  <a14:imgProps xmlns:a14="http://schemas.microsoft.com/office/drawing/2010/main">
                    <a14:imgLayer r:embed="rId15">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418"/>
            </a:xfrm>
            <a:prstGeom prst="rect">
              <a:avLst/>
            </a:prstGeom>
          </p:spPr>
        </p:pic>
        <p:pic>
          <p:nvPicPr>
            <p:cNvPr id="2" name="Graphic 1">
              <a:extLst>
                <a:ext uri="{FF2B5EF4-FFF2-40B4-BE49-F238E27FC236}">
                  <a16:creationId xmlns:a16="http://schemas.microsoft.com/office/drawing/2014/main" id="{977B9CEE-0BB4-191D-2130-61443CECBC9E}"/>
                </a:ext>
              </a:extLst>
            </p:cNvPr>
            <p:cNvPicPr>
              <a:picLocks noChangeAspect="1"/>
            </p:cNvPicPr>
            <p:nvPr userDrawn="1"/>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a:stretch/>
          </p:blipFill>
          <p:spPr>
            <a:xfrm>
              <a:off x="11516400" y="128909"/>
              <a:ext cx="298323" cy="298323"/>
            </a:xfrm>
            <a:prstGeom prst="rect">
              <a:avLst/>
            </a:prstGeom>
          </p:spPr>
        </p:pic>
      </p:grpSp>
      <p:sp>
        <p:nvSpPr>
          <p:cNvPr id="4" name="Disclaimer-English (United States)">
            <a:extLst>
              <a:ext uri="{FF2B5EF4-FFF2-40B4-BE49-F238E27FC236}">
                <a16:creationId xmlns:a16="http://schemas.microsoft.com/office/drawing/2014/main" id="{4967612C-8E7D-9533-40CB-B02510C5F5EB}"/>
              </a:ext>
            </a:extLst>
          </p:cNvPr>
          <p:cNvSpPr>
            <a:spLocks noChangeArrowheads="1"/>
          </p:cNvSpPr>
          <p:nvPr userDrawn="1">
            <p:custDataLst>
              <p:tags r:id="rId1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algn="ctr" defTabSz="804863" eaLnBrk="0" hangingPunct="0"/>
            <a:fld id="{BDA852C8-1DAB-6641-A0E8-01E5234DCC82}" type="slidenum">
              <a:rPr lang="en-US" sz="1050" b="0" i="0" smtClean="0">
                <a:solidFill>
                  <a:schemeClr val="accent2"/>
                </a:solidFill>
                <a:latin typeface="Lexend Medium" pitchFamily="2" charset="77"/>
                <a:ea typeface="Montserrat" panose="00000500000000000000" pitchFamily="2" charset="0"/>
                <a:cs typeface="Montserrat" panose="00000500000000000000" pitchFamily="2" charset="0"/>
              </a:rPr>
              <a:t>‹#›</a:t>
            </a:fld>
            <a:endParaRPr lang="en-US" sz="1050" b="0" i="0" dirty="0">
              <a:solidFill>
                <a:schemeClr val="accent2"/>
              </a:solidFill>
              <a:latin typeface="Lexend Medium" pitchFamily="2" charset="77"/>
              <a:ea typeface="Montserrat" panose="00000500000000000000" pitchFamily="2" charset="0"/>
              <a:cs typeface="Montserrat" panose="00000500000000000000" pitchFamily="2" charset="0"/>
            </a:endParaRPr>
          </a:p>
        </p:txBody>
      </p:sp>
    </p:spTree>
    <p:extLst>
      <p:ext uri="{BB962C8B-B14F-4D97-AF65-F5344CB8AC3E}">
        <p14:creationId xmlns:p14="http://schemas.microsoft.com/office/powerpoint/2010/main" val="165404831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lnSpc>
          <a:spcPct val="90000"/>
        </a:lnSpc>
        <a:spcBef>
          <a:spcPct val="0"/>
        </a:spcBef>
        <a:buNone/>
        <a:defRPr sz="3200" b="0" i="0" kern="1200" spc="-50" baseline="0">
          <a:solidFill>
            <a:schemeClr val="bg2"/>
          </a:solidFill>
          <a:latin typeface="Lexend Medium" pitchFamily="2" charset="77"/>
          <a:ea typeface="+mj-ea"/>
          <a:cs typeface="+mj-cs"/>
        </a:defRPr>
      </a:lvl1pPr>
    </p:titleStyle>
    <p:bodyStyle>
      <a:lvl1pPr marL="228600" indent="-137160" algn="l" defTabSz="914400" rtl="0" eaLnBrk="1" latinLnBrk="0" hangingPunct="1">
        <a:lnSpc>
          <a:spcPct val="120000"/>
        </a:lnSpc>
        <a:spcBef>
          <a:spcPts val="10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1pPr>
      <a:lvl2pPr marL="6858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2pPr>
      <a:lvl3pPr marL="11430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3pPr>
      <a:lvl4pPr marL="16002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4pPr>
      <a:lvl5pPr marL="2057400" indent="-137160" algn="l" defTabSz="914400" rtl="0" eaLnBrk="1" latinLnBrk="0" hangingPunct="1">
        <a:lnSpc>
          <a:spcPct val="120000"/>
        </a:lnSpc>
        <a:spcBef>
          <a:spcPts val="500"/>
        </a:spcBef>
        <a:buFont typeface="Montserrat" panose="00000500000000000000" pitchFamily="2" charset="0"/>
        <a:buChar char="•"/>
        <a:defRPr sz="1600" b="0" i="0" kern="1200" spc="0" baseline="0">
          <a:solidFill>
            <a:schemeClr val="tx1"/>
          </a:solidFill>
          <a:latin typeface="Lexend Light" pitchFamily="2" charset="77"/>
          <a:ea typeface="+mn-ea"/>
          <a:cs typeface="+mn-cs"/>
        </a:defRPr>
      </a:lvl5pPr>
      <a:lvl6pPr marL="25146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0000500000000000000" pitchFamily="2"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96">
          <p15:clr>
            <a:srgbClr val="F26B43"/>
          </p15:clr>
        </p15:guide>
        <p15:guide id="4" pos="7584">
          <p15:clr>
            <a:srgbClr val="F26B43"/>
          </p15:clr>
        </p15:guide>
        <p15:guide id="5" orient="horz" pos="4200">
          <p15:clr>
            <a:srgbClr val="F26B43"/>
          </p15:clr>
        </p15:guide>
        <p15:guide id="6" orient="horz" pos="96">
          <p15:clr>
            <a:srgbClr val="F26B43"/>
          </p15:clr>
        </p15:guide>
        <p15:guide id="7" pos="7104">
          <p15:clr>
            <a:srgbClr val="F26B43"/>
          </p15:clr>
        </p15:guide>
        <p15:guide id="8" pos="5712">
          <p15:clr>
            <a:srgbClr val="F26B43"/>
          </p15:clr>
        </p15:guide>
        <p15:guide id="9" pos="1968">
          <p15:clr>
            <a:srgbClr val="F26B43"/>
          </p15:clr>
        </p15:guide>
        <p15:guide id="10" pos="2544">
          <p15:clr>
            <a:srgbClr val="F26B43"/>
          </p15:clr>
        </p15:guide>
        <p15:guide id="11" pos="5136">
          <p15:clr>
            <a:srgbClr val="F26B43"/>
          </p15:clr>
        </p15:guide>
        <p15:guide id="12" orient="horz" pos="1032">
          <p15:clr>
            <a:srgbClr val="F26B43"/>
          </p15:clr>
        </p15:guide>
        <p15:guide id="13" pos="5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slideLayout" Target="../slideLayouts/slideLayout26.xml"/><Relationship Id="rId7" Type="http://schemas.openxmlformats.org/officeDocument/2006/relationships/image" Target="../media/image16.png"/><Relationship Id="rId12" Type="http://schemas.microsoft.com/office/2007/relationships/hdphoto" Target="../media/hdphoto8.wdp"/><Relationship Id="rId2" Type="http://schemas.openxmlformats.org/officeDocument/2006/relationships/tags" Target="../tags/tag15.xml"/><Relationship Id="rId1" Type="http://schemas.openxmlformats.org/officeDocument/2006/relationships/tags" Target="../tags/tag14.xml"/><Relationship Id="rId6" Type="http://schemas.microsoft.com/office/2007/relationships/hdphoto" Target="../media/hdphoto6.wdp"/><Relationship Id="rId11" Type="http://schemas.openxmlformats.org/officeDocument/2006/relationships/image" Target="../media/image17.jpeg"/><Relationship Id="rId5" Type="http://schemas.openxmlformats.org/officeDocument/2006/relationships/image" Target="../media/image11.png"/><Relationship Id="rId10" Type="http://schemas.openxmlformats.org/officeDocument/2006/relationships/image" Target="../media/image13.svg"/><Relationship Id="rId4" Type="http://schemas.openxmlformats.org/officeDocument/2006/relationships/notesSlide" Target="../notesSlides/notesSlide2.xm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76F348A-138C-87BC-2E3E-0C50CB90862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1"/>
            <a:ext cx="12274826" cy="6988635"/>
          </a:xfrm>
          <a:prstGeom prst="rect">
            <a:avLst/>
          </a:prstGeom>
        </p:spPr>
      </p:pic>
      <p:sp>
        <p:nvSpPr>
          <p:cNvPr id="4" name="gradient">
            <a:extLst>
              <a:ext uri="{FF2B5EF4-FFF2-40B4-BE49-F238E27FC236}">
                <a16:creationId xmlns:a16="http://schemas.microsoft.com/office/drawing/2014/main" id="{F81036C9-E1AE-2F2F-7469-9835BE141B56}"/>
              </a:ext>
            </a:extLst>
          </p:cNvPr>
          <p:cNvSpPr/>
          <p:nvPr/>
        </p:nvSpPr>
        <p:spPr>
          <a:xfrm rot="5400000">
            <a:off x="2643094" y="-2643096"/>
            <a:ext cx="6988637" cy="12274828"/>
          </a:xfrm>
          <a:prstGeom prst="rect">
            <a:avLst/>
          </a:prstGeom>
          <a:gradFill flip="none" rotWithShape="1">
            <a:gsLst>
              <a:gs pos="0">
                <a:schemeClr val="bg1">
                  <a:alpha val="47000"/>
                  <a:lumMod val="100000"/>
                </a:schemeClr>
              </a:gs>
              <a:gs pos="30000">
                <a:schemeClr val="accent3">
                  <a:alpha val="30886"/>
                </a:schemeClr>
              </a:gs>
              <a:gs pos="18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latin typeface="Lexend Medium" pitchFamily="2" charset="77"/>
            </a:endParaRPr>
          </a:p>
        </p:txBody>
      </p:sp>
      <p:sp>
        <p:nvSpPr>
          <p:cNvPr id="6" name="Title 5">
            <a:extLst>
              <a:ext uri="{FF2B5EF4-FFF2-40B4-BE49-F238E27FC236}">
                <a16:creationId xmlns:a16="http://schemas.microsoft.com/office/drawing/2014/main" id="{41572081-E3DE-1020-ED2B-B2946CDD21D5}"/>
              </a:ext>
            </a:extLst>
          </p:cNvPr>
          <p:cNvSpPr>
            <a:spLocks noGrp="1"/>
          </p:cNvSpPr>
          <p:nvPr>
            <p:ph type="title"/>
          </p:nvPr>
        </p:nvSpPr>
        <p:spPr/>
        <p:txBody>
          <a:bodyPr/>
          <a:lstStyle/>
          <a:p>
            <a:r>
              <a:rPr lang="nl-NL" noProof="0" dirty="0">
                <a:solidFill>
                  <a:schemeClr val="bg1"/>
                </a:solidFill>
              </a:rPr>
              <a:t>Delivery 5</a:t>
            </a:r>
          </a:p>
        </p:txBody>
      </p:sp>
      <p:sp>
        <p:nvSpPr>
          <p:cNvPr id="8" name="Text Placeholder 7">
            <a:extLst>
              <a:ext uri="{FF2B5EF4-FFF2-40B4-BE49-F238E27FC236}">
                <a16:creationId xmlns:a16="http://schemas.microsoft.com/office/drawing/2014/main" id="{BEC3FDB5-B354-7D5B-77FD-C889D9F45615}"/>
              </a:ext>
            </a:extLst>
          </p:cNvPr>
          <p:cNvSpPr>
            <a:spLocks noGrp="1"/>
          </p:cNvSpPr>
          <p:nvPr>
            <p:ph type="body" sz="quarter" idx="11"/>
          </p:nvPr>
        </p:nvSpPr>
        <p:spPr>
          <a:xfrm>
            <a:off x="876300" y="3559635"/>
            <a:ext cx="7537529" cy="341632"/>
          </a:xfrm>
        </p:spPr>
        <p:txBody>
          <a:bodyPr/>
          <a:lstStyle/>
          <a:p>
            <a:r>
              <a:rPr lang="nl-NL" noProof="0" dirty="0"/>
              <a:t>Voorbereiding X-</a:t>
            </a:r>
            <a:r>
              <a:rPr lang="nl-NL" noProof="0" dirty="0" err="1"/>
              <a:t>day</a:t>
            </a:r>
            <a:r>
              <a:rPr lang="nl-NL" dirty="0"/>
              <a:t> en Documentatie</a:t>
            </a:r>
            <a:endParaRPr lang="nl-NL" noProof="0" dirty="0">
              <a:solidFill>
                <a:schemeClr val="accent3">
                  <a:lumMod val="60000"/>
                  <a:lumOff val="40000"/>
                </a:schemeClr>
              </a:solidFill>
            </a:endParaRPr>
          </a:p>
        </p:txBody>
      </p:sp>
      <p:pic>
        <p:nvPicPr>
          <p:cNvPr id="3" name="Graphic 4">
            <a:extLst>
              <a:ext uri="{FF2B5EF4-FFF2-40B4-BE49-F238E27FC236}">
                <a16:creationId xmlns:a16="http://schemas.microsoft.com/office/drawing/2014/main" id="{7942D829-241E-9F52-802D-A26A37AFC37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6300" y="1438820"/>
            <a:ext cx="2422254" cy="681994"/>
          </a:xfrm>
          <a:prstGeom prst="rect">
            <a:avLst/>
          </a:prstGeom>
        </p:spPr>
      </p:pic>
    </p:spTree>
    <p:extLst>
      <p:ext uri="{BB962C8B-B14F-4D97-AF65-F5344CB8AC3E}">
        <p14:creationId xmlns:p14="http://schemas.microsoft.com/office/powerpoint/2010/main" val="6671457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F39572C-F98C-9867-7BC9-EF1BE9954090}"/>
              </a:ext>
            </a:extLst>
          </p:cNvPr>
          <p:cNvGrpSpPr/>
          <p:nvPr/>
        </p:nvGrpSpPr>
        <p:grpSpPr>
          <a:xfrm>
            <a:off x="838200" y="2012427"/>
            <a:ext cx="5549012" cy="789946"/>
            <a:chOff x="838200" y="1744798"/>
            <a:chExt cx="5101611" cy="789946"/>
          </a:xfrm>
        </p:grpSpPr>
        <p:sp>
          <p:nvSpPr>
            <p:cNvPr id="4" name="Executive summary">
              <a:extLst>
                <a:ext uri="{FF2B5EF4-FFF2-40B4-BE49-F238E27FC236}">
                  <a16:creationId xmlns:a16="http://schemas.microsoft.com/office/drawing/2014/main" id="{59452445-6A86-2EB8-DBF9-7A64B3B4CA5C}"/>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X-Day</a:t>
              </a:r>
            </a:p>
          </p:txBody>
        </p:sp>
        <p:sp>
          <p:nvSpPr>
            <p:cNvPr id="5" name="01">
              <a:extLst>
                <a:ext uri="{FF2B5EF4-FFF2-40B4-BE49-F238E27FC236}">
                  <a16:creationId xmlns:a16="http://schemas.microsoft.com/office/drawing/2014/main" id="{E44C57EC-D238-7C2F-A47F-3A7C88A6FD25}"/>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23" name="Group 22">
            <a:extLst>
              <a:ext uri="{FF2B5EF4-FFF2-40B4-BE49-F238E27FC236}">
                <a16:creationId xmlns:a16="http://schemas.microsoft.com/office/drawing/2014/main" id="{166DE157-14B0-D782-CA3A-D0205501F9E6}"/>
              </a:ext>
            </a:extLst>
          </p:cNvPr>
          <p:cNvGrpSpPr/>
          <p:nvPr/>
        </p:nvGrpSpPr>
        <p:grpSpPr>
          <a:xfrm>
            <a:off x="838200" y="2592290"/>
            <a:ext cx="5549012" cy="789946"/>
            <a:chOff x="838200" y="1744798"/>
            <a:chExt cx="5101611" cy="789946"/>
          </a:xfrm>
        </p:grpSpPr>
        <p:sp>
          <p:nvSpPr>
            <p:cNvPr id="24" name="Executive summary">
              <a:extLst>
                <a:ext uri="{FF2B5EF4-FFF2-40B4-BE49-F238E27FC236}">
                  <a16:creationId xmlns:a16="http://schemas.microsoft.com/office/drawing/2014/main" id="{DCFDCC29-6515-BC76-6228-D8FC1EC288F4}"/>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Documentatie</a:t>
              </a:r>
            </a:p>
          </p:txBody>
        </p:sp>
        <p:sp>
          <p:nvSpPr>
            <p:cNvPr id="25" name="01">
              <a:extLst>
                <a:ext uri="{FF2B5EF4-FFF2-40B4-BE49-F238E27FC236}">
                  <a16:creationId xmlns:a16="http://schemas.microsoft.com/office/drawing/2014/main" id="{E5DE833A-B7DC-DE50-22E6-EFE87951E658}"/>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26" name="Group 25">
            <a:extLst>
              <a:ext uri="{FF2B5EF4-FFF2-40B4-BE49-F238E27FC236}">
                <a16:creationId xmlns:a16="http://schemas.microsoft.com/office/drawing/2014/main" id="{BCA96BDE-3ADF-9A00-2C01-6F666A2DB399}"/>
              </a:ext>
            </a:extLst>
          </p:cNvPr>
          <p:cNvGrpSpPr/>
          <p:nvPr/>
        </p:nvGrpSpPr>
        <p:grpSpPr>
          <a:xfrm>
            <a:off x="838200" y="3216758"/>
            <a:ext cx="5549012" cy="789946"/>
            <a:chOff x="838200" y="1744798"/>
            <a:chExt cx="5101611" cy="789946"/>
          </a:xfrm>
        </p:grpSpPr>
        <p:sp>
          <p:nvSpPr>
            <p:cNvPr id="27" name="Executive summary">
              <a:extLst>
                <a:ext uri="{FF2B5EF4-FFF2-40B4-BE49-F238E27FC236}">
                  <a16:creationId xmlns:a16="http://schemas.microsoft.com/office/drawing/2014/main" id="{F129838E-9027-6B36-6F5B-E899F1A29F7D}"/>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rPr>
                <a:t>Projectrichting</a:t>
              </a:r>
              <a:endParaRPr kumimoji="0" lang="nl-NL" sz="2400" b="0" i="0" u="none" strike="noStrike" kern="1200" cap="none" spc="0" normalizeH="0" baseline="0" noProof="0" dirty="0">
                <a:ln>
                  <a:noFill/>
                </a:ln>
                <a:solidFill>
                  <a:srgbClr val="FFFFFF"/>
                </a:solidFill>
                <a:effectLst/>
                <a:uLnTx/>
                <a:uFillTx/>
                <a:latin typeface="Lexend Medium"/>
                <a:ea typeface="+mn-ea"/>
                <a:cs typeface="+mn-cs"/>
                <a:sym typeface="Montserrat" panose="00000500000000000000" pitchFamily="2" charset="0"/>
              </a:endParaRPr>
            </a:p>
          </p:txBody>
        </p:sp>
        <p:sp>
          <p:nvSpPr>
            <p:cNvPr id="28" name="01">
              <a:extLst>
                <a:ext uri="{FF2B5EF4-FFF2-40B4-BE49-F238E27FC236}">
                  <a16:creationId xmlns:a16="http://schemas.microsoft.com/office/drawing/2014/main" id="{512C6DBA-BF04-7382-46D1-3457511A4906}"/>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grpSp>
        <p:nvGrpSpPr>
          <p:cNvPr id="29" name="Group 28">
            <a:extLst>
              <a:ext uri="{FF2B5EF4-FFF2-40B4-BE49-F238E27FC236}">
                <a16:creationId xmlns:a16="http://schemas.microsoft.com/office/drawing/2014/main" id="{99BF9071-5BB5-A3F2-F1BA-1C98F7C10458}"/>
              </a:ext>
            </a:extLst>
          </p:cNvPr>
          <p:cNvGrpSpPr/>
          <p:nvPr/>
        </p:nvGrpSpPr>
        <p:grpSpPr>
          <a:xfrm>
            <a:off x="838200" y="3807773"/>
            <a:ext cx="5549012" cy="789946"/>
            <a:chOff x="838200" y="1744798"/>
            <a:chExt cx="5101611" cy="789946"/>
          </a:xfrm>
        </p:grpSpPr>
        <p:sp>
          <p:nvSpPr>
            <p:cNvPr id="30" name="Executive summary">
              <a:extLst>
                <a:ext uri="{FF2B5EF4-FFF2-40B4-BE49-F238E27FC236}">
                  <a16:creationId xmlns:a16="http://schemas.microsoft.com/office/drawing/2014/main" id="{EA66D309-FAED-4A92-E2F7-91F12F4CAA9E}"/>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r>
                <a:rPr lang="nl-NL" sz="2400" dirty="0">
                  <a:solidFill>
                    <a:srgbClr val="FFFFFF"/>
                  </a:solidFill>
                  <a:latin typeface="Lexend Medium"/>
                </a:rPr>
                <a:t>Volgende Sprint</a:t>
              </a:r>
            </a:p>
          </p:txBody>
        </p:sp>
        <p:sp>
          <p:nvSpPr>
            <p:cNvPr id="31" name="01">
              <a:extLst>
                <a:ext uri="{FF2B5EF4-FFF2-40B4-BE49-F238E27FC236}">
                  <a16:creationId xmlns:a16="http://schemas.microsoft.com/office/drawing/2014/main" id="{7D4C6E1A-99DF-F94F-A1CD-07616149A093}"/>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04</a:t>
              </a:r>
            </a:p>
          </p:txBody>
        </p:sp>
      </p:grpSp>
      <p:sp>
        <p:nvSpPr>
          <p:cNvPr id="2" name="Disclaimer-English (United States)">
            <a:extLst>
              <a:ext uri="{FF2B5EF4-FFF2-40B4-BE49-F238E27FC236}">
                <a16:creationId xmlns:a16="http://schemas.microsoft.com/office/drawing/2014/main" id="{A5FF3E12-C53B-01DB-4E82-47126B77ED50}"/>
              </a:ext>
            </a:extLst>
          </p:cNvPr>
          <p:cNvSpPr>
            <a:spLocks noChangeArrowheads="1"/>
          </p:cNvSpPr>
          <p:nvPr>
            <p:custDataLst>
              <p:tags r:id="rId1"/>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marL="0" marR="0" lvl="0" indent="0" algn="ctr" defTabSz="804863" rtl="0" eaLnBrk="0" fontAlgn="auto" latinLnBrk="0" hangingPunct="0">
              <a:lnSpc>
                <a:spcPct val="100000"/>
              </a:lnSpc>
              <a:spcBef>
                <a:spcPts val="0"/>
              </a:spcBef>
              <a:spcAft>
                <a:spcPts val="0"/>
              </a:spcAft>
              <a:buClrTx/>
              <a:buSzTx/>
              <a:buFontTx/>
              <a:buNone/>
              <a:tabLst/>
              <a:defRPr/>
            </a:pPr>
            <a:fld id="{BDA852C8-1DAB-6641-A0E8-01E5234DCC82}" type="slidenum">
              <a:rPr kumimoji="0" lang="nl-NL" sz="1050" b="0" i="0" u="none" strike="noStrike" kern="1200" cap="none" spc="0" normalizeH="0" baseline="0" noProof="0" smtClean="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rPr>
              <a:pPr marL="0" marR="0" lvl="0" indent="0" algn="ctr" defTabSz="804863" rtl="0" eaLnBrk="0" fontAlgn="auto" latinLnBrk="0" hangingPunct="0">
                <a:lnSpc>
                  <a:spcPct val="100000"/>
                </a:lnSpc>
                <a:spcBef>
                  <a:spcPts val="0"/>
                </a:spcBef>
                <a:spcAft>
                  <a:spcPts val="0"/>
                </a:spcAft>
                <a:buClrTx/>
                <a:buSzTx/>
                <a:buFontTx/>
                <a:buNone/>
                <a:tabLst/>
                <a:defRPr/>
              </a:pPr>
              <a:t>2</a:t>
            </a:fld>
            <a:endParaRPr kumimoji="0" lang="nl-NL" sz="1050" b="0" i="0" u="none" strike="noStrike" kern="1200" cap="none" spc="0" normalizeH="0" baseline="0" noProof="0" dirty="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8" name="Title 19">
            <a:extLst>
              <a:ext uri="{FF2B5EF4-FFF2-40B4-BE49-F238E27FC236}">
                <a16:creationId xmlns:a16="http://schemas.microsoft.com/office/drawing/2014/main" id="{3AFB538F-F8A9-5F42-C671-0B862371DF52}"/>
              </a:ext>
            </a:extLst>
          </p:cNvPr>
          <p:cNvSpPr txBox="1">
            <a:spLocks/>
          </p:cNvSpPr>
          <p:nvPr/>
        </p:nvSpPr>
        <p:spPr>
          <a:xfrm>
            <a:off x="838200" y="851734"/>
            <a:ext cx="5257800" cy="870761"/>
          </a:xfrm>
          <a:prstGeom prst="rect">
            <a:avLst/>
          </a:prstGeom>
        </p:spPr>
        <p:txBody>
          <a:bodyPr lIns="0">
            <a:normAutofit/>
          </a:bodyPr>
          <a:lstStyle>
            <a:lvl1pPr algn="l" defTabSz="914400" rtl="0" eaLnBrk="1" latinLnBrk="0" hangingPunct="1">
              <a:lnSpc>
                <a:spcPct val="90000"/>
              </a:lnSpc>
              <a:spcBef>
                <a:spcPct val="0"/>
              </a:spcBef>
              <a:buNone/>
              <a:defRPr sz="3200" b="0" i="0" kern="1200" spc="-50" baseline="0">
                <a:solidFill>
                  <a:schemeClr val="bg2"/>
                </a:solidFill>
                <a:latin typeface="Lexend Medium"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nl-NL" sz="4000" b="1" i="0" u="none" strike="noStrike" kern="1200" cap="none" spc="-50" normalizeH="0" baseline="0" noProof="0" dirty="0">
                <a:ln>
                  <a:noFill/>
                </a:ln>
                <a:solidFill>
                  <a:schemeClr val="tx1"/>
                </a:solidFill>
                <a:effectLst/>
                <a:uLnTx/>
                <a:uFillTx/>
                <a:latin typeface="Lexend Medium" pitchFamily="2" charset="77"/>
                <a:ea typeface="+mj-ea"/>
                <a:cs typeface="+mj-cs"/>
              </a:rPr>
              <a:t>Agenda</a:t>
            </a:r>
          </a:p>
        </p:txBody>
      </p:sp>
      <p:pic>
        <p:nvPicPr>
          <p:cNvPr id="11" name="Graphic 9">
            <a:extLst>
              <a:ext uri="{FF2B5EF4-FFF2-40B4-BE49-F238E27FC236}">
                <a16:creationId xmlns:a16="http://schemas.microsoft.com/office/drawing/2014/main" id="{640E3E42-36C5-D5CD-5754-1466CE624D1A}"/>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000"/>
          </a:xfrm>
          <a:prstGeom prst="rect">
            <a:avLst/>
          </a:prstGeom>
        </p:spPr>
      </p:pic>
      <p:pic>
        <p:nvPicPr>
          <p:cNvPr id="12" name="Picture 11" descr="A white lines on a black background&#10;&#10;Description automatically generated">
            <a:extLst>
              <a:ext uri="{FF2B5EF4-FFF2-40B4-BE49-F238E27FC236}">
                <a16:creationId xmlns:a16="http://schemas.microsoft.com/office/drawing/2014/main" id="{F7E6B96C-78AB-10E9-0487-38491FABA785}"/>
              </a:ext>
            </a:extLst>
          </p:cNvPr>
          <p:cNvPicPr>
            <a:picLocks noChangeAspect="1"/>
          </p:cNvPicPr>
          <p:nvPr/>
        </p:nvPicPr>
        <p:blipFill rotWithShape="1">
          <a:blip r:embed="rId7" cstate="screen">
            <a:alphaModFix amt="34000"/>
            <a:extLst>
              <a:ext uri="{BEBA8EAE-BF5A-486C-A8C5-ECC9F3942E4B}">
                <a14:imgProps xmlns:a14="http://schemas.microsoft.com/office/drawing/2010/main">
                  <a14:imgLayer r:embed="rId8">
                    <a14:imgEffect>
                      <a14:sharpenSoften amount="62000"/>
                    </a14:imgEffect>
                  </a14:imgLayer>
                </a14:imgProps>
              </a:ext>
              <a:ext uri="{28A0092B-C50C-407E-A947-70E740481C1C}">
                <a14:useLocalDpi xmlns:a14="http://schemas.microsoft.com/office/drawing/2010/main"/>
              </a:ext>
            </a:extLst>
          </a:blip>
          <a:srcRect/>
          <a:stretch/>
        </p:blipFill>
        <p:spPr>
          <a:xfrm rot="15723844" flipH="1">
            <a:off x="7182171" y="3344371"/>
            <a:ext cx="12316644" cy="4698375"/>
          </a:xfrm>
          <a:prstGeom prst="rect">
            <a:avLst/>
          </a:prstGeom>
        </p:spPr>
      </p:pic>
      <p:pic>
        <p:nvPicPr>
          <p:cNvPr id="13" name="Graphic 12">
            <a:extLst>
              <a:ext uri="{FF2B5EF4-FFF2-40B4-BE49-F238E27FC236}">
                <a16:creationId xmlns:a16="http://schemas.microsoft.com/office/drawing/2014/main" id="{2194C765-5D01-131D-E337-8C030108452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11516400" y="128909"/>
            <a:ext cx="298323" cy="298323"/>
          </a:xfrm>
          <a:prstGeom prst="rect">
            <a:avLst/>
          </a:prstGeom>
        </p:spPr>
      </p:pic>
      <p:grpSp>
        <p:nvGrpSpPr>
          <p:cNvPr id="7" name="Group 6">
            <a:extLst>
              <a:ext uri="{FF2B5EF4-FFF2-40B4-BE49-F238E27FC236}">
                <a16:creationId xmlns:a16="http://schemas.microsoft.com/office/drawing/2014/main" id="{3E763ADF-92BB-4263-7911-5D273533E7FD}"/>
              </a:ext>
            </a:extLst>
          </p:cNvPr>
          <p:cNvGrpSpPr/>
          <p:nvPr/>
        </p:nvGrpSpPr>
        <p:grpSpPr>
          <a:xfrm>
            <a:off x="6394871" y="-25909"/>
            <a:ext cx="5797129" cy="6883909"/>
            <a:chOff x="6394871" y="-25909"/>
            <a:chExt cx="5797129" cy="6883909"/>
          </a:xfrm>
        </p:grpSpPr>
        <p:pic>
          <p:nvPicPr>
            <p:cNvPr id="10" name="Picture Placeholder 3">
              <a:extLst>
                <a:ext uri="{FF2B5EF4-FFF2-40B4-BE49-F238E27FC236}">
                  <a16:creationId xmlns:a16="http://schemas.microsoft.com/office/drawing/2014/main" id="{C0973017-9B3F-CAEB-ADAD-7D8F66EA8D8C}"/>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flipH="1">
              <a:off x="6394872" y="0"/>
              <a:ext cx="5713512" cy="6857999"/>
            </a:xfrm>
            <a:prstGeom prst="rect">
              <a:avLst/>
            </a:prstGeom>
            <a:solidFill>
              <a:schemeClr val="tx1"/>
            </a:solidFill>
          </p:spPr>
        </p:pic>
        <p:sp>
          <p:nvSpPr>
            <p:cNvPr id="14" name="gradient">
              <a:extLst>
                <a:ext uri="{FF2B5EF4-FFF2-40B4-BE49-F238E27FC236}">
                  <a16:creationId xmlns:a16="http://schemas.microsoft.com/office/drawing/2014/main" id="{1F1E9D34-FA5F-8657-599D-B20B5E67DA47}"/>
                </a:ext>
              </a:extLst>
            </p:cNvPr>
            <p:cNvSpPr/>
            <p:nvPr/>
          </p:nvSpPr>
          <p:spPr>
            <a:xfrm rot="5400000">
              <a:off x="5860606" y="508356"/>
              <a:ext cx="6858000" cy="5789469"/>
            </a:xfrm>
            <a:prstGeom prst="rect">
              <a:avLst/>
            </a:prstGeom>
            <a:gradFill flip="none" rotWithShape="1">
              <a:gsLst>
                <a:gs pos="34000">
                  <a:schemeClr val="bg1">
                    <a:alpha val="0"/>
                  </a:schemeClr>
                </a:gs>
                <a:gs pos="100000">
                  <a:schemeClr val="accent1"/>
                </a:gs>
                <a:gs pos="87000">
                  <a:schemeClr val="accent1">
                    <a:alpha val="95252"/>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srgbClr val="FFFFFF"/>
                </a:solidFill>
                <a:effectLst/>
                <a:uLnTx/>
                <a:uFillTx/>
                <a:latin typeface="Lexend Medium" pitchFamily="2" charset="77"/>
                <a:ea typeface="+mn-ea"/>
                <a:cs typeface="+mn-cs"/>
              </a:endParaRPr>
            </a:p>
          </p:txBody>
        </p:sp>
        <p:sp>
          <p:nvSpPr>
            <p:cNvPr id="15" name="Disclaimer-English (United States)">
              <a:extLst>
                <a:ext uri="{FF2B5EF4-FFF2-40B4-BE49-F238E27FC236}">
                  <a16:creationId xmlns:a16="http://schemas.microsoft.com/office/drawing/2014/main" id="{D9DE7CBD-9535-9D04-E8F1-EA18705CE7F5}"/>
                </a:ext>
              </a:extLst>
            </p:cNvPr>
            <p:cNvSpPr>
              <a:spLocks noChangeArrowheads="1"/>
            </p:cNvSpPr>
            <p:nvPr>
              <p:custDataLst>
                <p:tags r:id="rId2"/>
              </p:custDataLst>
            </p:nvPr>
          </p:nvSpPr>
          <p:spPr bwMode="black">
            <a:xfrm>
              <a:off x="11352149" y="6313515"/>
              <a:ext cx="596646" cy="267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noAutofit/>
            </a:bodyPr>
            <a:lstStyle/>
            <a:p>
              <a:pPr marL="0" marR="0" lvl="0" indent="0" algn="ctr" defTabSz="804863" rtl="0" eaLnBrk="0" fontAlgn="auto" latinLnBrk="0" hangingPunct="0">
                <a:lnSpc>
                  <a:spcPct val="100000"/>
                </a:lnSpc>
                <a:spcBef>
                  <a:spcPts val="0"/>
                </a:spcBef>
                <a:spcAft>
                  <a:spcPts val="0"/>
                </a:spcAft>
                <a:buClrTx/>
                <a:buSzTx/>
                <a:buFontTx/>
                <a:buNone/>
                <a:tabLst/>
                <a:defRPr/>
              </a:pPr>
              <a:fld id="{BDA852C8-1DAB-6641-A0E8-01E5234DCC82}" type="slidenum">
                <a:rPr kumimoji="0" lang="nl-NL" sz="1050" b="0" i="0" u="none" strike="noStrike" kern="1200" cap="none" spc="0" normalizeH="0" baseline="0" noProof="0" smtClean="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rPr>
                <a:pPr marL="0" marR="0" lvl="0" indent="0" algn="ctr" defTabSz="804863" rtl="0" eaLnBrk="0" fontAlgn="auto" latinLnBrk="0" hangingPunct="0">
                  <a:lnSpc>
                    <a:spcPct val="100000"/>
                  </a:lnSpc>
                  <a:spcBef>
                    <a:spcPts val="0"/>
                  </a:spcBef>
                  <a:spcAft>
                    <a:spcPts val="0"/>
                  </a:spcAft>
                  <a:buClrTx/>
                  <a:buSzTx/>
                  <a:buFontTx/>
                  <a:buNone/>
                  <a:tabLst/>
                  <a:defRPr/>
                </a:pPr>
                <a:t>2</a:t>
              </a:fld>
              <a:endParaRPr kumimoji="0" lang="nl-NL" sz="1050" b="0" i="0" u="none" strike="noStrike" kern="1200" cap="none" spc="0" normalizeH="0" baseline="0" noProof="0" dirty="0">
                <a:ln>
                  <a:noFill/>
                </a:ln>
                <a:solidFill>
                  <a:srgbClr val="000000"/>
                </a:solidFill>
                <a:effectLst/>
                <a:uLnTx/>
                <a:uFillTx/>
                <a:latin typeface="Lexend Medium" pitchFamily="2" charset="77"/>
                <a:ea typeface="Montserrat" panose="00000500000000000000" pitchFamily="2" charset="0"/>
                <a:cs typeface="Montserrat" panose="00000500000000000000" pitchFamily="2" charset="0"/>
              </a:endParaRPr>
            </a:p>
          </p:txBody>
        </p:sp>
        <p:pic>
          <p:nvPicPr>
            <p:cNvPr id="16" name="Graphic 9">
              <a:extLst>
                <a:ext uri="{FF2B5EF4-FFF2-40B4-BE49-F238E27FC236}">
                  <a16:creationId xmlns:a16="http://schemas.microsoft.com/office/drawing/2014/main" id="{C9F4D66B-01F1-8BCD-1101-141E9B348E9D}"/>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12">
                      <a14:imgEffect>
                        <a14:brightnessContrast bright="20000" contrast="20000"/>
                      </a14:imgEffect>
                    </a14:imgLayer>
                  </a14:imgProps>
                </a:ext>
                <a:ext uri="{28A0092B-C50C-407E-A947-70E740481C1C}">
                  <a14:useLocalDpi xmlns:a14="http://schemas.microsoft.com/office/drawing/2010/main"/>
                </a:ext>
              </a:extLst>
            </a:blip>
            <a:srcRect/>
            <a:stretch/>
          </p:blipFill>
          <p:spPr>
            <a:xfrm>
              <a:off x="9308381" y="0"/>
              <a:ext cx="2883619" cy="6858000"/>
            </a:xfrm>
            <a:prstGeom prst="rect">
              <a:avLst/>
            </a:prstGeom>
          </p:spPr>
        </p:pic>
        <p:pic>
          <p:nvPicPr>
            <p:cNvPr id="17" name="Graphic 16">
              <a:extLst>
                <a:ext uri="{FF2B5EF4-FFF2-40B4-BE49-F238E27FC236}">
                  <a16:creationId xmlns:a16="http://schemas.microsoft.com/office/drawing/2014/main" id="{60078A7A-D1C9-1B67-B459-A4CCF2E2E54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a:off x="11516400" y="128909"/>
              <a:ext cx="298323" cy="298323"/>
            </a:xfrm>
            <a:prstGeom prst="rect">
              <a:avLst/>
            </a:prstGeom>
          </p:spPr>
        </p:pic>
      </p:grpSp>
    </p:spTree>
    <p:extLst>
      <p:ext uri="{BB962C8B-B14F-4D97-AF65-F5344CB8AC3E}">
        <p14:creationId xmlns:p14="http://schemas.microsoft.com/office/powerpoint/2010/main" val="343346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BB30D9-E7D6-811E-2083-0BF135DEC7D3}"/>
              </a:ext>
            </a:extLst>
          </p:cNvPr>
          <p:cNvPicPr>
            <a:picLocks noChangeAspect="1"/>
          </p:cNvPicPr>
          <p:nvPr/>
        </p:nvPicPr>
        <p:blipFill>
          <a:blip r:embed="rId3">
            <a:extLst>
              <a:ext uri="{28A0092B-C50C-407E-A947-70E740481C1C}">
                <a14:useLocalDpi xmlns:a14="http://schemas.microsoft.com/office/drawing/2010/main" val="0"/>
              </a:ext>
            </a:extLst>
          </a:blip>
          <a:srcRect l="-74" r="52648"/>
          <a:stretch>
            <a:fillRect/>
          </a:stretch>
        </p:blipFill>
        <p:spPr>
          <a:xfrm>
            <a:off x="5657850" y="569099"/>
            <a:ext cx="6433456" cy="5719802"/>
          </a:xfrm>
          <a:prstGeom prst="roundRect">
            <a:avLst>
              <a:gd name="adj" fmla="val 8318"/>
            </a:avLst>
          </a:prstGeom>
          <a:noFill/>
        </p:spPr>
      </p:pic>
      <p:sp>
        <p:nvSpPr>
          <p:cNvPr id="3" name="Title 51">
            <a:extLst>
              <a:ext uri="{FF2B5EF4-FFF2-40B4-BE49-F238E27FC236}">
                <a16:creationId xmlns:a16="http://schemas.microsoft.com/office/drawing/2014/main" id="{38ECF992-6E56-1230-3D7E-5D7C5A83AC0E}"/>
              </a:ext>
            </a:extLst>
          </p:cNvPr>
          <p:cNvSpPr txBox="1">
            <a:spLocks/>
          </p:cNvSpPr>
          <p:nvPr/>
        </p:nvSpPr>
        <p:spPr>
          <a:xfrm>
            <a:off x="695959" y="1768381"/>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X-Day</a:t>
            </a:r>
          </a:p>
        </p:txBody>
      </p:sp>
      <p:grpSp>
        <p:nvGrpSpPr>
          <p:cNvPr id="4" name="Group 3">
            <a:extLst>
              <a:ext uri="{FF2B5EF4-FFF2-40B4-BE49-F238E27FC236}">
                <a16:creationId xmlns:a16="http://schemas.microsoft.com/office/drawing/2014/main" id="{6A015CDE-C904-7F76-64D4-1F120C13D2A4}"/>
              </a:ext>
            </a:extLst>
          </p:cNvPr>
          <p:cNvGrpSpPr/>
          <p:nvPr/>
        </p:nvGrpSpPr>
        <p:grpSpPr>
          <a:xfrm>
            <a:off x="469817" y="2639142"/>
            <a:ext cx="5626183" cy="789946"/>
            <a:chOff x="838200" y="1744798"/>
            <a:chExt cx="5101611" cy="789946"/>
          </a:xfrm>
        </p:grpSpPr>
        <p:sp>
          <p:nvSpPr>
            <p:cNvPr id="5" name="Executive summary">
              <a:extLst>
                <a:ext uri="{FF2B5EF4-FFF2-40B4-BE49-F238E27FC236}">
                  <a16:creationId xmlns:a16="http://schemas.microsoft.com/office/drawing/2014/main" id="{5585748D-6A11-79F9-F8E9-A7594F9945C6}"/>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lang="nl-NL" sz="2400" dirty="0">
                  <a:solidFill>
                    <a:srgbClr val="FFFFFF"/>
                  </a:solidFill>
                  <a:latin typeface="Lexend Medium" pitchFamily="2" charset="77"/>
                  <a:cs typeface="Montserrat" panose="00000500000000000000" pitchFamily="2" charset="0"/>
                </a:rPr>
                <a:t>N</a:t>
              </a: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ew</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monitoring tools </a:t>
              </a:r>
              <a:r>
                <a:rPr kumimoji="0" lang="nl-NL" sz="2400" b="0" i="0" u="none" strike="noStrike" kern="1200" cap="none" spc="0" normalizeH="0" baseline="0" noProof="0" dirty="0" err="1">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with</a:t>
              </a: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 OpenText</a:t>
              </a:r>
            </a:p>
          </p:txBody>
        </p:sp>
        <p:sp>
          <p:nvSpPr>
            <p:cNvPr id="7" name="01">
              <a:extLst>
                <a:ext uri="{FF2B5EF4-FFF2-40B4-BE49-F238E27FC236}">
                  <a16:creationId xmlns:a16="http://schemas.microsoft.com/office/drawing/2014/main" id="{63534113-4045-E5F7-3AED-E0AF1B3DF45C}"/>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8" name="Group 7">
            <a:extLst>
              <a:ext uri="{FF2B5EF4-FFF2-40B4-BE49-F238E27FC236}">
                <a16:creationId xmlns:a16="http://schemas.microsoft.com/office/drawing/2014/main" id="{05591070-5510-F036-5C3D-0CC2078F33D4}"/>
              </a:ext>
            </a:extLst>
          </p:cNvPr>
          <p:cNvGrpSpPr/>
          <p:nvPr/>
        </p:nvGrpSpPr>
        <p:grpSpPr>
          <a:xfrm>
            <a:off x="469817" y="3219005"/>
            <a:ext cx="5626183" cy="789946"/>
            <a:chOff x="838200" y="1744798"/>
            <a:chExt cx="5101611" cy="789946"/>
          </a:xfrm>
        </p:grpSpPr>
        <p:sp>
          <p:nvSpPr>
            <p:cNvPr id="9" name="Executive summary">
              <a:extLst>
                <a:ext uri="{FF2B5EF4-FFF2-40B4-BE49-F238E27FC236}">
                  <a16:creationId xmlns:a16="http://schemas.microsoft.com/office/drawing/2014/main" id="{131CC896-63F8-7701-A950-0AFA1AD9977B}"/>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OpenTelemetry Demo</a:t>
              </a:r>
            </a:p>
          </p:txBody>
        </p:sp>
        <p:sp>
          <p:nvSpPr>
            <p:cNvPr id="10" name="01">
              <a:extLst>
                <a:ext uri="{FF2B5EF4-FFF2-40B4-BE49-F238E27FC236}">
                  <a16:creationId xmlns:a16="http://schemas.microsoft.com/office/drawing/2014/main" id="{FCBBE7D5-3951-946E-EB0D-5C2A6F661980}"/>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11" name="Group 10">
            <a:extLst>
              <a:ext uri="{FF2B5EF4-FFF2-40B4-BE49-F238E27FC236}">
                <a16:creationId xmlns:a16="http://schemas.microsoft.com/office/drawing/2014/main" id="{B5E372F1-C214-8A5E-1EC3-2DD0FAA64608}"/>
              </a:ext>
            </a:extLst>
          </p:cNvPr>
          <p:cNvGrpSpPr/>
          <p:nvPr/>
        </p:nvGrpSpPr>
        <p:grpSpPr>
          <a:xfrm>
            <a:off x="469817" y="3843473"/>
            <a:ext cx="5626183" cy="789946"/>
            <a:chOff x="838200" y="1744798"/>
            <a:chExt cx="5101611" cy="789946"/>
          </a:xfrm>
        </p:grpSpPr>
        <p:sp>
          <p:nvSpPr>
            <p:cNvPr id="12" name="Executive summary">
              <a:extLst>
                <a:ext uri="{FF2B5EF4-FFF2-40B4-BE49-F238E27FC236}">
                  <a16:creationId xmlns:a16="http://schemas.microsoft.com/office/drawing/2014/main" id="{6E431EE5-C649-F1AE-1EAB-BC70A688884C}"/>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err="1">
                  <a:ln>
                    <a:noFill/>
                  </a:ln>
                  <a:solidFill>
                    <a:srgbClr val="FFFFFF"/>
                  </a:solidFill>
                  <a:effectLst/>
                  <a:uLnTx/>
                  <a:uFillTx/>
                  <a:latin typeface="Lexend Medium"/>
                  <a:ea typeface="+mn-lt"/>
                  <a:cs typeface="+mn-lt"/>
                  <a:sym typeface="Montserrat" panose="00000500000000000000" pitchFamily="2" charset="0"/>
                </a:rPr>
                <a:t>Fluent</a:t>
              </a:r>
              <a:r>
                <a:rPr lang="nl-NL" sz="2400" dirty="0">
                  <a:solidFill>
                    <a:srgbClr val="FFFFFF"/>
                  </a:solidFill>
                  <a:latin typeface="Lexend Medium"/>
                  <a:ea typeface="+mn-lt"/>
                  <a:cs typeface="+mn-lt"/>
                </a:rPr>
                <a:t> bit op OTCM</a:t>
              </a:r>
              <a:endParaRPr kumimoji="0" lang="nl-NL" sz="2400" b="0" i="0" u="none" strike="noStrike" kern="1200" cap="none" spc="0" normalizeH="0" baseline="0" noProof="0" dirty="0">
                <a:ln>
                  <a:noFill/>
                </a:ln>
                <a:solidFill>
                  <a:srgbClr val="FFFFFF"/>
                </a:solidFill>
                <a:effectLst/>
                <a:uLnTx/>
                <a:uFillTx/>
                <a:latin typeface="Lexend Medium"/>
                <a:ea typeface="+mn-lt"/>
                <a:cs typeface="+mn-lt"/>
                <a:sym typeface="Montserrat" panose="00000500000000000000" pitchFamily="2" charset="0"/>
              </a:endParaRPr>
            </a:p>
          </p:txBody>
        </p:sp>
        <p:sp>
          <p:nvSpPr>
            <p:cNvPr id="14" name="01">
              <a:extLst>
                <a:ext uri="{FF2B5EF4-FFF2-40B4-BE49-F238E27FC236}">
                  <a16:creationId xmlns:a16="http://schemas.microsoft.com/office/drawing/2014/main" id="{71802D69-89DA-860F-FC8D-DC9D08767E81}"/>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sp>
        <p:nvSpPr>
          <p:cNvPr id="16" name="Executive summary">
            <a:extLst>
              <a:ext uri="{FF2B5EF4-FFF2-40B4-BE49-F238E27FC236}">
                <a16:creationId xmlns:a16="http://schemas.microsoft.com/office/drawing/2014/main" id="{BAEA4F6B-AE73-5265-21F4-22EDBA2FBCD6}"/>
              </a:ext>
            </a:extLst>
          </p:cNvPr>
          <p:cNvSpPr txBox="1"/>
          <p:nvPr/>
        </p:nvSpPr>
        <p:spPr>
          <a:xfrm>
            <a:off x="950181" y="4551059"/>
            <a:ext cx="5145819"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lvl="0">
              <a:defRPr/>
            </a:pPr>
            <a:endParaRPr lang="nl-NL" sz="2400" dirty="0">
              <a:solidFill>
                <a:srgbClr val="FFFFFF"/>
              </a:solidFill>
              <a:latin typeface="Lexend Medium"/>
              <a:ea typeface="+mn-lt"/>
              <a:cs typeface="+mn-lt"/>
            </a:endParaRPr>
          </a:p>
        </p:txBody>
      </p:sp>
    </p:spTree>
    <p:extLst>
      <p:ext uri="{BB962C8B-B14F-4D97-AF65-F5344CB8AC3E}">
        <p14:creationId xmlns:p14="http://schemas.microsoft.com/office/powerpoint/2010/main" val="108557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E92A25F-B8AB-414D-8083-3B579882EFF3}"/>
              </a:ext>
            </a:extLst>
          </p:cNvPr>
          <p:cNvPicPr>
            <a:picLocks noChangeAspect="1"/>
          </p:cNvPicPr>
          <p:nvPr/>
        </p:nvPicPr>
        <p:blipFill>
          <a:blip r:embed="rId3">
            <a:extLst>
              <a:ext uri="{28A0092B-C50C-407E-A947-70E740481C1C}">
                <a14:useLocalDpi xmlns:a14="http://schemas.microsoft.com/office/drawing/2010/main" val="0"/>
              </a:ext>
            </a:extLst>
          </a:blip>
          <a:srcRect l="12520" r="12520"/>
          <a:stretch/>
        </p:blipFill>
        <p:spPr>
          <a:xfrm>
            <a:off x="0" y="0"/>
            <a:ext cx="12192003" cy="6858000"/>
          </a:xfrm>
          <a:prstGeom prst="rect">
            <a:avLst/>
          </a:prstGeom>
        </p:spPr>
      </p:pic>
      <p:sp>
        <p:nvSpPr>
          <p:cNvPr id="3" name="gradient">
            <a:extLst>
              <a:ext uri="{FF2B5EF4-FFF2-40B4-BE49-F238E27FC236}">
                <a16:creationId xmlns:a16="http://schemas.microsoft.com/office/drawing/2014/main" id="{A0607156-61B5-378D-1CCB-1AB174D06735}"/>
              </a:ext>
            </a:extLst>
          </p:cNvPr>
          <p:cNvSpPr/>
          <p:nvPr/>
        </p:nvSpPr>
        <p:spPr>
          <a:xfrm rot="5400000">
            <a:off x="2666999" y="-2667000"/>
            <a:ext cx="6858001" cy="12192002"/>
          </a:xfrm>
          <a:prstGeom prst="rect">
            <a:avLst/>
          </a:prstGeom>
          <a:gradFill flip="none" rotWithShape="1">
            <a:gsLst>
              <a:gs pos="0">
                <a:schemeClr val="bg1">
                  <a:alpha val="47000"/>
                  <a:lumMod val="100000"/>
                </a:schemeClr>
              </a:gs>
              <a:gs pos="30000">
                <a:schemeClr val="accent3">
                  <a:alpha val="30886"/>
                </a:schemeClr>
              </a:gs>
              <a:gs pos="18000">
                <a:schemeClr val="accent6">
                  <a:alpha val="35158"/>
                </a:schemeClr>
              </a:gs>
              <a:gs pos="96000">
                <a:schemeClr val="accent2">
                  <a:lumMod val="10000"/>
                </a:schemeClr>
              </a:gs>
              <a:gs pos="6600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exend Medium" pitchFamily="2" charset="77"/>
              <a:ea typeface="+mn-ea"/>
              <a:cs typeface="+mn-cs"/>
            </a:endParaRPr>
          </a:p>
        </p:txBody>
      </p:sp>
      <p:sp>
        <p:nvSpPr>
          <p:cNvPr id="9" name="Title 15">
            <a:extLst>
              <a:ext uri="{FF2B5EF4-FFF2-40B4-BE49-F238E27FC236}">
                <a16:creationId xmlns:a16="http://schemas.microsoft.com/office/drawing/2014/main" id="{1AB76F65-7DCB-7903-64C4-C44C7FA87277}"/>
              </a:ext>
            </a:extLst>
          </p:cNvPr>
          <p:cNvSpPr>
            <a:spLocks noGrp="1"/>
          </p:cNvSpPr>
          <p:nvPr>
            <p:ph type="title"/>
          </p:nvPr>
        </p:nvSpPr>
        <p:spPr/>
        <p:txBody>
          <a:bodyPr/>
          <a:lstStyle/>
          <a:p>
            <a:r>
              <a:rPr lang="en-US" dirty="0"/>
              <a:t>DEMO</a:t>
            </a:r>
          </a:p>
        </p:txBody>
      </p:sp>
      <p:sp>
        <p:nvSpPr>
          <p:cNvPr id="13" name="Text Placeholder 17">
            <a:extLst>
              <a:ext uri="{FF2B5EF4-FFF2-40B4-BE49-F238E27FC236}">
                <a16:creationId xmlns:a16="http://schemas.microsoft.com/office/drawing/2014/main" id="{A54FFD70-0B67-B877-5893-29E16D5B437D}"/>
              </a:ext>
            </a:extLst>
          </p:cNvPr>
          <p:cNvSpPr>
            <a:spLocks noGrp="1"/>
          </p:cNvSpPr>
          <p:nvPr>
            <p:ph type="body" sz="quarter" idx="11"/>
          </p:nvPr>
        </p:nvSpPr>
        <p:spPr/>
        <p:txBody>
          <a:bodyPr/>
          <a:lstStyle/>
          <a:p>
            <a:r>
              <a:rPr lang="en-US" dirty="0">
                <a:solidFill>
                  <a:schemeClr val="accent3">
                    <a:lumMod val="60000"/>
                    <a:lumOff val="40000"/>
                  </a:schemeClr>
                </a:solidFill>
              </a:rPr>
              <a:t>OTCM, OpenTelemetry </a:t>
            </a:r>
            <a:r>
              <a:rPr lang="en-US" dirty="0" err="1">
                <a:solidFill>
                  <a:schemeClr val="accent3">
                    <a:lumMod val="60000"/>
                    <a:lumOff val="40000"/>
                  </a:schemeClr>
                </a:solidFill>
              </a:rPr>
              <a:t>en</a:t>
            </a:r>
            <a:r>
              <a:rPr lang="en-US" dirty="0">
                <a:solidFill>
                  <a:schemeClr val="accent3">
                    <a:lumMod val="60000"/>
                    <a:lumOff val="40000"/>
                  </a:schemeClr>
                </a:solidFill>
              </a:rPr>
              <a:t> Fluent-bit</a:t>
            </a:r>
          </a:p>
        </p:txBody>
      </p:sp>
      <p:pic>
        <p:nvPicPr>
          <p:cNvPr id="5" name="Graphic 4">
            <a:extLst>
              <a:ext uri="{FF2B5EF4-FFF2-40B4-BE49-F238E27FC236}">
                <a16:creationId xmlns:a16="http://schemas.microsoft.com/office/drawing/2014/main" id="{ABEB6129-A599-C820-A13A-FAFAE9A08C7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6300" y="1438820"/>
            <a:ext cx="2422254" cy="681994"/>
          </a:xfrm>
          <a:prstGeom prst="rect">
            <a:avLst/>
          </a:prstGeom>
        </p:spPr>
      </p:pic>
    </p:spTree>
    <p:extLst>
      <p:ext uri="{BB962C8B-B14F-4D97-AF65-F5344CB8AC3E}">
        <p14:creationId xmlns:p14="http://schemas.microsoft.com/office/powerpoint/2010/main" val="2660073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3401A-67CF-C871-8ED1-B55F0EF7410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0DC44FD-629B-62D4-AFB9-7C6F3EEBBE12}"/>
              </a:ext>
            </a:extLst>
          </p:cNvPr>
          <p:cNvPicPr>
            <a:picLocks noChangeAspect="1"/>
          </p:cNvPicPr>
          <p:nvPr/>
        </p:nvPicPr>
        <p:blipFill>
          <a:blip r:embed="rId3">
            <a:extLst>
              <a:ext uri="{28A0092B-C50C-407E-A947-70E740481C1C}">
                <a14:useLocalDpi xmlns:a14="http://schemas.microsoft.com/office/drawing/2010/main" val="0"/>
              </a:ext>
            </a:extLst>
          </a:blip>
          <a:srcRect l="8163" r="8163"/>
          <a:stretch/>
        </p:blipFill>
        <p:spPr>
          <a:xfrm>
            <a:off x="6096000" y="569099"/>
            <a:ext cx="5640635" cy="5719802"/>
          </a:xfrm>
          <a:prstGeom prst="roundRect">
            <a:avLst>
              <a:gd name="adj" fmla="val 8318"/>
            </a:avLst>
          </a:prstGeom>
          <a:noFill/>
        </p:spPr>
      </p:pic>
      <p:sp>
        <p:nvSpPr>
          <p:cNvPr id="3" name="Title 51">
            <a:extLst>
              <a:ext uri="{FF2B5EF4-FFF2-40B4-BE49-F238E27FC236}">
                <a16:creationId xmlns:a16="http://schemas.microsoft.com/office/drawing/2014/main" id="{EEBC7AB3-E60E-076A-9CF0-506B2C902516}"/>
              </a:ext>
            </a:extLst>
          </p:cNvPr>
          <p:cNvSpPr txBox="1">
            <a:spLocks/>
          </p:cNvSpPr>
          <p:nvPr/>
        </p:nvSpPr>
        <p:spPr>
          <a:xfrm>
            <a:off x="695959" y="1768381"/>
            <a:ext cx="3725570"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a:ln>
                  <a:noFill/>
                </a:ln>
                <a:effectLst/>
                <a:uLnTx/>
                <a:uFillTx/>
                <a:latin typeface="Lexend SemiBold" pitchFamily="2" charset="77"/>
                <a:ea typeface="+mj-ea"/>
                <a:cs typeface="+mj-cs"/>
              </a:rPr>
              <a:t>Research</a:t>
            </a:r>
          </a:p>
        </p:txBody>
      </p:sp>
      <p:grpSp>
        <p:nvGrpSpPr>
          <p:cNvPr id="4" name="Group 3">
            <a:extLst>
              <a:ext uri="{FF2B5EF4-FFF2-40B4-BE49-F238E27FC236}">
                <a16:creationId xmlns:a16="http://schemas.microsoft.com/office/drawing/2014/main" id="{5F11B550-16C9-8921-38EE-C66ADF6538A5}"/>
              </a:ext>
            </a:extLst>
          </p:cNvPr>
          <p:cNvGrpSpPr/>
          <p:nvPr/>
        </p:nvGrpSpPr>
        <p:grpSpPr>
          <a:xfrm>
            <a:off x="469817" y="2639142"/>
            <a:ext cx="5626183" cy="789946"/>
            <a:chOff x="838200" y="1744798"/>
            <a:chExt cx="5101611" cy="789946"/>
          </a:xfrm>
        </p:grpSpPr>
        <p:sp>
          <p:nvSpPr>
            <p:cNvPr id="5" name="Executive summary">
              <a:extLst>
                <a:ext uri="{FF2B5EF4-FFF2-40B4-BE49-F238E27FC236}">
                  <a16:creationId xmlns:a16="http://schemas.microsoft.com/office/drawing/2014/main" id="{FF65FFB5-E9C7-F721-7C18-65CA2A48C75A}"/>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Technische data verzameling afgerond</a:t>
              </a:r>
            </a:p>
          </p:txBody>
        </p:sp>
        <p:sp>
          <p:nvSpPr>
            <p:cNvPr id="7" name="01">
              <a:extLst>
                <a:ext uri="{FF2B5EF4-FFF2-40B4-BE49-F238E27FC236}">
                  <a16:creationId xmlns:a16="http://schemas.microsoft.com/office/drawing/2014/main" id="{4BA090C6-F65B-3FC8-EB2B-099E6C014885}"/>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86ABD3"/>
                  </a:solidFill>
                  <a:effectLst/>
                  <a:uLnTx/>
                  <a:uFillTx/>
                  <a:latin typeface="Lexend Medium" pitchFamily="2" charset="77"/>
                  <a:ea typeface="+mn-ea"/>
                  <a:cs typeface="+mn-cs"/>
                </a:rPr>
                <a:t>01</a:t>
              </a:r>
            </a:p>
          </p:txBody>
        </p:sp>
      </p:grpSp>
      <p:grpSp>
        <p:nvGrpSpPr>
          <p:cNvPr id="8" name="Group 7">
            <a:extLst>
              <a:ext uri="{FF2B5EF4-FFF2-40B4-BE49-F238E27FC236}">
                <a16:creationId xmlns:a16="http://schemas.microsoft.com/office/drawing/2014/main" id="{9D3CE1D9-ECE3-19A7-DD56-AA9A305839DF}"/>
              </a:ext>
            </a:extLst>
          </p:cNvPr>
          <p:cNvGrpSpPr/>
          <p:nvPr/>
        </p:nvGrpSpPr>
        <p:grpSpPr>
          <a:xfrm>
            <a:off x="469817" y="3219005"/>
            <a:ext cx="5626183" cy="789946"/>
            <a:chOff x="838200" y="1744798"/>
            <a:chExt cx="5101611" cy="789946"/>
          </a:xfrm>
        </p:grpSpPr>
        <p:sp>
          <p:nvSpPr>
            <p:cNvPr id="9" name="Executive summary">
              <a:extLst>
                <a:ext uri="{FF2B5EF4-FFF2-40B4-BE49-F238E27FC236}">
                  <a16:creationId xmlns:a16="http://schemas.microsoft.com/office/drawing/2014/main" id="{04005466-7949-A072-F6AC-8FE249D0131E}"/>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lang="nl-NL" sz="2400" dirty="0">
                  <a:solidFill>
                    <a:srgbClr val="FFFFFF"/>
                  </a:solidFill>
                  <a:latin typeface="Lexend Medium" pitchFamily="2" charset="77"/>
                  <a:cs typeface="Montserrat" panose="00000500000000000000" pitchFamily="2" charset="0"/>
                </a:rPr>
                <a:t>OTCM implementatie document</a:t>
              </a:r>
              <a:endPar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endParaRPr>
            </a:p>
          </p:txBody>
        </p:sp>
        <p:sp>
          <p:nvSpPr>
            <p:cNvPr id="10" name="01">
              <a:extLst>
                <a:ext uri="{FF2B5EF4-FFF2-40B4-BE49-F238E27FC236}">
                  <a16:creationId xmlns:a16="http://schemas.microsoft.com/office/drawing/2014/main" id="{14AFE10B-28AA-5692-C4FA-5B8ED1A6B9A0}"/>
                </a:ext>
              </a:extLst>
            </p:cNvPr>
            <p:cNvSpPr txBox="1"/>
            <p:nvPr/>
          </p:nvSpPr>
          <p:spPr>
            <a:xfrm>
              <a:off x="838200" y="1744798"/>
              <a:ext cx="378441" cy="789946"/>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02</a:t>
              </a:r>
            </a:p>
          </p:txBody>
        </p:sp>
      </p:grpSp>
      <p:grpSp>
        <p:nvGrpSpPr>
          <p:cNvPr id="6" name="Group 5">
            <a:extLst>
              <a:ext uri="{FF2B5EF4-FFF2-40B4-BE49-F238E27FC236}">
                <a16:creationId xmlns:a16="http://schemas.microsoft.com/office/drawing/2014/main" id="{94CE2485-DB92-DB06-EB24-E6DB177881FD}"/>
              </a:ext>
            </a:extLst>
          </p:cNvPr>
          <p:cNvGrpSpPr/>
          <p:nvPr/>
        </p:nvGrpSpPr>
        <p:grpSpPr>
          <a:xfrm>
            <a:off x="469817" y="3928129"/>
            <a:ext cx="5626183" cy="494255"/>
            <a:chOff x="838200" y="1855823"/>
            <a:chExt cx="5101611" cy="494255"/>
          </a:xfrm>
        </p:grpSpPr>
        <p:sp>
          <p:nvSpPr>
            <p:cNvPr id="13" name="Executive summary">
              <a:extLst>
                <a:ext uri="{FF2B5EF4-FFF2-40B4-BE49-F238E27FC236}">
                  <a16:creationId xmlns:a16="http://schemas.microsoft.com/office/drawing/2014/main" id="{ECF96FC9-7738-A346-01C1-D22CCE799F9E}"/>
                </a:ext>
              </a:extLst>
            </p:cNvPr>
            <p:cNvSpPr txBox="1"/>
            <p:nvPr/>
          </p:nvSpPr>
          <p:spPr>
            <a:xfrm>
              <a:off x="1273776" y="1855823"/>
              <a:ext cx="4666035" cy="492621"/>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FFFFFF"/>
                  </a:solidFill>
                  <a:effectLst/>
                  <a:uLnTx/>
                  <a:uFillTx/>
                  <a:latin typeface="Lexend Medium" pitchFamily="2" charset="77"/>
                  <a:ea typeface="+mn-ea"/>
                  <a:cs typeface="Montserrat" panose="00000500000000000000" pitchFamily="2" charset="0"/>
                  <a:sym typeface="Montserrat" panose="00000500000000000000" pitchFamily="2" charset="0"/>
                </a:rPr>
                <a:t>Voorinformatie en logs</a:t>
              </a:r>
            </a:p>
          </p:txBody>
        </p:sp>
        <p:sp>
          <p:nvSpPr>
            <p:cNvPr id="18" name="01">
              <a:extLst>
                <a:ext uri="{FF2B5EF4-FFF2-40B4-BE49-F238E27FC236}">
                  <a16:creationId xmlns:a16="http://schemas.microsoft.com/office/drawing/2014/main" id="{A6B02B34-78DD-543F-C707-708673ECC550}"/>
                </a:ext>
              </a:extLst>
            </p:cNvPr>
            <p:cNvSpPr txBox="1"/>
            <p:nvPr/>
          </p:nvSpPr>
          <p:spPr>
            <a:xfrm>
              <a:off x="838200" y="1929464"/>
              <a:ext cx="378441" cy="420614"/>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0" i="0" u="none" strike="noStrike" kern="1200" cap="none" spc="0" normalizeH="0" baseline="0" noProof="0" dirty="0">
                  <a:ln>
                    <a:noFill/>
                  </a:ln>
                  <a:solidFill>
                    <a:srgbClr val="D9E8F5">
                      <a:lumMod val="75000"/>
                    </a:srgbClr>
                  </a:solidFill>
                  <a:effectLst/>
                  <a:uLnTx/>
                  <a:uFillTx/>
                  <a:latin typeface="Lexend Medium" pitchFamily="2" charset="77"/>
                  <a:ea typeface="+mn-ea"/>
                  <a:cs typeface="+mn-cs"/>
                </a:rPr>
                <a:t>03</a:t>
              </a:r>
            </a:p>
          </p:txBody>
        </p:sp>
      </p:grpSp>
    </p:spTree>
    <p:extLst>
      <p:ext uri="{BB962C8B-B14F-4D97-AF65-F5344CB8AC3E}">
        <p14:creationId xmlns:p14="http://schemas.microsoft.com/office/powerpoint/2010/main" val="86583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AF9E-F166-A9B5-8B5D-8B60252A105E}"/>
            </a:ext>
          </a:extLst>
        </p:cNvPr>
        <p:cNvGrpSpPr/>
        <p:nvPr/>
      </p:nvGrpSpPr>
      <p:grpSpPr>
        <a:xfrm>
          <a:off x="0" y="0"/>
          <a:ext cx="0" cy="0"/>
          <a:chOff x="0" y="0"/>
          <a:chExt cx="0" cy="0"/>
        </a:xfrm>
      </p:grpSpPr>
      <p:sp>
        <p:nvSpPr>
          <p:cNvPr id="3" name="Title 51">
            <a:extLst>
              <a:ext uri="{FF2B5EF4-FFF2-40B4-BE49-F238E27FC236}">
                <a16:creationId xmlns:a16="http://schemas.microsoft.com/office/drawing/2014/main" id="{D68E3BD0-54BE-E0FB-0AE7-3BFBF49D5AEA}"/>
              </a:ext>
            </a:extLst>
          </p:cNvPr>
          <p:cNvSpPr txBox="1">
            <a:spLocks/>
          </p:cNvSpPr>
          <p:nvPr/>
        </p:nvSpPr>
        <p:spPr>
          <a:xfrm>
            <a:off x="4104911" y="146957"/>
            <a:ext cx="3982177" cy="870761"/>
          </a:xfrm>
          <a:prstGeom prst="rect">
            <a:avLst/>
          </a:prstGeom>
        </p:spPr>
        <p:txBody>
          <a:bodyPr>
            <a:noAutofit/>
          </a:bodyPr>
          <a:lstStyle>
            <a:lvl1pPr algn="l" defTabSz="914400" rtl="0" eaLnBrk="1" latinLnBrk="0" hangingPunct="1">
              <a:lnSpc>
                <a:spcPct val="90000"/>
              </a:lnSpc>
              <a:spcBef>
                <a:spcPct val="0"/>
              </a:spcBef>
              <a:buNone/>
              <a:defRPr sz="3200" b="0" i="0" kern="1200" spc="-50" baseline="0">
                <a:solidFill>
                  <a:schemeClr val="tx1"/>
                </a:solidFill>
                <a:latin typeface="Montserrat SemiBold"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50" normalizeH="0" baseline="0" noProof="0" dirty="0" err="1">
                <a:ln>
                  <a:noFill/>
                </a:ln>
                <a:effectLst/>
                <a:uLnTx/>
                <a:uFillTx/>
                <a:latin typeface="Lexend SemiBold" pitchFamily="2" charset="77"/>
                <a:ea typeface="+mj-ea"/>
                <a:cs typeface="+mj-cs"/>
              </a:rPr>
              <a:t>Projectrichting</a:t>
            </a:r>
            <a:endParaRPr kumimoji="0" lang="en-US" sz="4000" b="1" i="0" u="none" strike="noStrike" kern="1200" cap="none" spc="-50" normalizeH="0" baseline="0" noProof="0" dirty="0">
              <a:ln>
                <a:noFill/>
              </a:ln>
              <a:effectLst/>
              <a:uLnTx/>
              <a:uFillTx/>
              <a:latin typeface="Lexend SemiBold" pitchFamily="2" charset="77"/>
              <a:ea typeface="+mj-ea"/>
              <a:cs typeface="+mj-cs"/>
            </a:endParaRPr>
          </a:p>
        </p:txBody>
      </p:sp>
      <p:grpSp>
        <p:nvGrpSpPr>
          <p:cNvPr id="4" name="Group 3">
            <a:extLst>
              <a:ext uri="{FF2B5EF4-FFF2-40B4-BE49-F238E27FC236}">
                <a16:creationId xmlns:a16="http://schemas.microsoft.com/office/drawing/2014/main" id="{942F562D-68F7-7472-C6A0-671E542FF887}"/>
              </a:ext>
            </a:extLst>
          </p:cNvPr>
          <p:cNvGrpSpPr/>
          <p:nvPr/>
        </p:nvGrpSpPr>
        <p:grpSpPr>
          <a:xfrm>
            <a:off x="678493" y="1134289"/>
            <a:ext cx="5626183" cy="488709"/>
            <a:chOff x="838200" y="1861369"/>
            <a:chExt cx="5101611" cy="488709"/>
          </a:xfrm>
        </p:grpSpPr>
        <p:sp>
          <p:nvSpPr>
            <p:cNvPr id="5" name="Executive summary">
              <a:extLst>
                <a:ext uri="{FF2B5EF4-FFF2-40B4-BE49-F238E27FC236}">
                  <a16:creationId xmlns:a16="http://schemas.microsoft.com/office/drawing/2014/main" id="{D3D38D15-C1D1-3FCE-8EEB-E363FD166748}"/>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Verdere Implementatie OTCM</a:t>
              </a:r>
            </a:p>
          </p:txBody>
        </p:sp>
        <p:sp>
          <p:nvSpPr>
            <p:cNvPr id="7" name="01">
              <a:extLst>
                <a:ext uri="{FF2B5EF4-FFF2-40B4-BE49-F238E27FC236}">
                  <a16:creationId xmlns:a16="http://schemas.microsoft.com/office/drawing/2014/main" id="{BCC2592D-B79F-BAE3-1E35-A802F1B592A6}"/>
                </a:ext>
              </a:extLst>
            </p:cNvPr>
            <p:cNvSpPr txBox="1"/>
            <p:nvPr/>
          </p:nvSpPr>
          <p:spPr>
            <a:xfrm>
              <a:off x="838200" y="1929464"/>
              <a:ext cx="378441" cy="420614"/>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n-cs"/>
                </a:rPr>
                <a:t>01</a:t>
              </a:r>
            </a:p>
          </p:txBody>
        </p:sp>
      </p:grpSp>
      <p:grpSp>
        <p:nvGrpSpPr>
          <p:cNvPr id="8" name="Group 7">
            <a:extLst>
              <a:ext uri="{FF2B5EF4-FFF2-40B4-BE49-F238E27FC236}">
                <a16:creationId xmlns:a16="http://schemas.microsoft.com/office/drawing/2014/main" id="{CA9141AD-E383-B92D-E5CF-CD3E9B3168D0}"/>
              </a:ext>
            </a:extLst>
          </p:cNvPr>
          <p:cNvGrpSpPr/>
          <p:nvPr/>
        </p:nvGrpSpPr>
        <p:grpSpPr>
          <a:xfrm>
            <a:off x="6304676" y="1134289"/>
            <a:ext cx="5626183" cy="488709"/>
            <a:chOff x="838200" y="1861369"/>
            <a:chExt cx="5101611" cy="488709"/>
          </a:xfrm>
        </p:grpSpPr>
        <p:sp>
          <p:nvSpPr>
            <p:cNvPr id="9" name="Executive summary">
              <a:extLst>
                <a:ext uri="{FF2B5EF4-FFF2-40B4-BE49-F238E27FC236}">
                  <a16:creationId xmlns:a16="http://schemas.microsoft.com/office/drawing/2014/main" id="{D646961F-E040-BB82-AF90-0851917C61EC}"/>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Uitwerken pipeline met </a:t>
              </a:r>
              <a:r>
                <a:rPr kumimoji="0" lang="nl-NL" sz="2400" b="1" i="0" u="none" strike="noStrike" kern="1200" cap="none" spc="0" normalizeH="0" baseline="0" noProof="0" dirty="0" err="1">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OTel</a:t>
              </a: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 demo</a:t>
              </a:r>
            </a:p>
          </p:txBody>
        </p:sp>
        <p:sp>
          <p:nvSpPr>
            <p:cNvPr id="10" name="01">
              <a:extLst>
                <a:ext uri="{FF2B5EF4-FFF2-40B4-BE49-F238E27FC236}">
                  <a16:creationId xmlns:a16="http://schemas.microsoft.com/office/drawing/2014/main" id="{C8511706-5756-0CB3-0A3B-698180C671E4}"/>
                </a:ext>
              </a:extLst>
            </p:cNvPr>
            <p:cNvSpPr txBox="1"/>
            <p:nvPr/>
          </p:nvSpPr>
          <p:spPr>
            <a:xfrm>
              <a:off x="838200" y="1929464"/>
              <a:ext cx="378441" cy="420614"/>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n-cs"/>
                </a:rPr>
                <a:t>02</a:t>
              </a:r>
            </a:p>
          </p:txBody>
        </p:sp>
      </p:grpSp>
      <p:graphicFrame>
        <p:nvGraphicFramePr>
          <p:cNvPr id="13" name="Table 12">
            <a:extLst>
              <a:ext uri="{FF2B5EF4-FFF2-40B4-BE49-F238E27FC236}">
                <a16:creationId xmlns:a16="http://schemas.microsoft.com/office/drawing/2014/main" id="{40EB6FC8-3223-FB46-B148-3EB029D6EA6D}"/>
              </a:ext>
            </a:extLst>
          </p:cNvPr>
          <p:cNvGraphicFramePr>
            <a:graphicFrameLocks noGrp="1"/>
          </p:cNvGraphicFramePr>
          <p:nvPr>
            <p:extLst>
              <p:ext uri="{D42A27DB-BD31-4B8C-83A1-F6EECF244321}">
                <p14:modId xmlns:p14="http://schemas.microsoft.com/office/powerpoint/2010/main" val="808066785"/>
              </p:ext>
            </p:extLst>
          </p:nvPr>
        </p:nvGraphicFramePr>
        <p:xfrm>
          <a:off x="678493" y="1888479"/>
          <a:ext cx="10835014" cy="4178388"/>
        </p:xfrm>
        <a:graphic>
          <a:graphicData uri="http://schemas.openxmlformats.org/drawingml/2006/table">
            <a:tbl>
              <a:tblPr firstRow="1" bandRow="1">
                <a:tableStyleId>{2D5ABB26-0587-4C30-8999-92F81FD0307C}</a:tableStyleId>
              </a:tblPr>
              <a:tblGrid>
                <a:gridCol w="5417507">
                  <a:extLst>
                    <a:ext uri="{9D8B030D-6E8A-4147-A177-3AD203B41FA5}">
                      <a16:colId xmlns:a16="http://schemas.microsoft.com/office/drawing/2014/main" val="4228968499"/>
                    </a:ext>
                  </a:extLst>
                </a:gridCol>
                <a:gridCol w="5417507">
                  <a:extLst>
                    <a:ext uri="{9D8B030D-6E8A-4147-A177-3AD203B41FA5}">
                      <a16:colId xmlns:a16="http://schemas.microsoft.com/office/drawing/2014/main" val="627031098"/>
                    </a:ext>
                  </a:extLst>
                </a:gridCol>
              </a:tblGrid>
              <a:tr h="374844">
                <a:tc gridSpan="2">
                  <a:txBody>
                    <a:bodyPr/>
                    <a:lstStyle/>
                    <a:p>
                      <a:pPr marL="0" indent="0" algn="ctr">
                        <a:buFont typeface="Arial" panose="020B0604020202020204" pitchFamily="34" charset="0"/>
                        <a:buNone/>
                      </a:pPr>
                      <a:r>
                        <a:rPr lang="nl-NL" sz="2400" b="1" dirty="0"/>
                        <a:t>Gericht op</a:t>
                      </a:r>
                    </a:p>
                  </a:txBody>
                  <a:tcPr/>
                </a:tc>
                <a:tc hMerge="1">
                  <a:txBody>
                    <a:bodyPr/>
                    <a:lstStyle/>
                    <a:p>
                      <a:pPr marL="285750" indent="-285750">
                        <a:buFont typeface="Arial" panose="020B0604020202020204" pitchFamily="34" charset="0"/>
                        <a:buChar char="•"/>
                      </a:pPr>
                      <a:endParaRPr lang="nl-NL" dirty="0"/>
                    </a:p>
                  </a:txBody>
                  <a:tcPr/>
                </a:tc>
                <a:extLst>
                  <a:ext uri="{0D108BD9-81ED-4DB2-BD59-A6C34878D82A}">
                    <a16:rowId xmlns:a16="http://schemas.microsoft.com/office/drawing/2014/main" val="1002695734"/>
                  </a:ext>
                </a:extLst>
              </a:tr>
              <a:tr h="374844">
                <a:tc>
                  <a:txBody>
                    <a:bodyPr/>
                    <a:lstStyle/>
                    <a:p>
                      <a:pPr marL="285750" indent="-285750">
                        <a:buFont typeface="Arial" panose="020B0604020202020204" pitchFamily="34" charset="0"/>
                        <a:buChar char="•"/>
                      </a:pPr>
                      <a:r>
                        <a:rPr lang="nl-NL" dirty="0"/>
                        <a:t>Logs verwerken</a:t>
                      </a:r>
                    </a:p>
                  </a:txBody>
                  <a:tcPr/>
                </a:tc>
                <a:tc>
                  <a:txBody>
                    <a:bodyPr/>
                    <a:lstStyle/>
                    <a:p>
                      <a:pPr marL="285750" indent="-285750">
                        <a:buFont typeface="Arial" panose="020B0604020202020204" pitchFamily="34" charset="0"/>
                        <a:buChar char="•"/>
                      </a:pPr>
                      <a:r>
                        <a:rPr lang="nl-NL" dirty="0"/>
                        <a:t>Gebruik van </a:t>
                      </a:r>
                      <a:r>
                        <a:rPr lang="nl-NL" dirty="0" err="1"/>
                        <a:t>OTel</a:t>
                      </a:r>
                      <a:r>
                        <a:rPr lang="nl-NL" dirty="0"/>
                        <a:t> Demo als data-source</a:t>
                      </a:r>
                    </a:p>
                  </a:txBody>
                  <a:tcPr/>
                </a:tc>
                <a:extLst>
                  <a:ext uri="{0D108BD9-81ED-4DB2-BD59-A6C34878D82A}">
                    <a16:rowId xmlns:a16="http://schemas.microsoft.com/office/drawing/2014/main" val="1909726310"/>
                  </a:ext>
                </a:extLst>
              </a:tr>
              <a:tr h="374844">
                <a:tc>
                  <a:txBody>
                    <a:bodyPr/>
                    <a:lstStyle/>
                    <a:p>
                      <a:pPr marL="285750" indent="-285750">
                        <a:buFont typeface="Arial" panose="020B0604020202020204" pitchFamily="34" charset="0"/>
                        <a:buChar char="•"/>
                      </a:pPr>
                      <a:r>
                        <a:rPr lang="nl-NL" dirty="0"/>
                        <a:t>Metrics uit logs (en API) ophalen</a:t>
                      </a:r>
                    </a:p>
                  </a:txBody>
                  <a:tcPr/>
                </a:tc>
                <a:tc>
                  <a:txBody>
                    <a:bodyPr/>
                    <a:lstStyle/>
                    <a:p>
                      <a:pPr marL="285750" indent="-285750">
                        <a:buFont typeface="Arial" panose="020B0604020202020204" pitchFamily="34" charset="0"/>
                        <a:buChar char="•"/>
                      </a:pPr>
                      <a:r>
                        <a:rPr lang="nl-NL" dirty="0"/>
                        <a:t>Pipeline lokaal opzetten</a:t>
                      </a:r>
                    </a:p>
                  </a:txBody>
                  <a:tcPr/>
                </a:tc>
                <a:extLst>
                  <a:ext uri="{0D108BD9-81ED-4DB2-BD59-A6C34878D82A}">
                    <a16:rowId xmlns:a16="http://schemas.microsoft.com/office/drawing/2014/main" val="2798443625"/>
                  </a:ext>
                </a:extLst>
              </a:tr>
              <a:tr h="374844">
                <a:tc>
                  <a:txBody>
                    <a:bodyPr/>
                    <a:lstStyle/>
                    <a:p>
                      <a:pPr marL="285750" indent="-285750">
                        <a:buFont typeface="Arial" panose="020B0604020202020204" pitchFamily="34" charset="0"/>
                        <a:buChar char="•"/>
                      </a:pPr>
                      <a:r>
                        <a:rPr lang="nl-NL" dirty="0"/>
                        <a:t>Traces opbouwen uit logs (als mogelijk)</a:t>
                      </a:r>
                    </a:p>
                  </a:txBody>
                  <a:tcPr/>
                </a:tc>
                <a:tc>
                  <a:txBody>
                    <a:bodyPr/>
                    <a:lstStyle/>
                    <a:p>
                      <a:pPr marL="285750" indent="-285750">
                        <a:buFont typeface="Arial" panose="020B0604020202020204" pitchFamily="34" charset="0"/>
                        <a:buChar char="•"/>
                      </a:pPr>
                      <a:r>
                        <a:rPr lang="nl-NL" dirty="0" err="1"/>
                        <a:t>Tooling</a:t>
                      </a:r>
                      <a:r>
                        <a:rPr lang="nl-NL" dirty="0"/>
                        <a:t> mogelijkheden uitwerken</a:t>
                      </a:r>
                    </a:p>
                  </a:txBody>
                  <a:tcPr/>
                </a:tc>
                <a:extLst>
                  <a:ext uri="{0D108BD9-81ED-4DB2-BD59-A6C34878D82A}">
                    <a16:rowId xmlns:a16="http://schemas.microsoft.com/office/drawing/2014/main" val="887303773"/>
                  </a:ext>
                </a:extLst>
              </a:tr>
              <a:tr h="374844">
                <a:tc>
                  <a:txBody>
                    <a:bodyPr/>
                    <a:lstStyle/>
                    <a:p>
                      <a:pPr marL="285750" indent="-285750">
                        <a:buFont typeface="Arial" panose="020B0604020202020204" pitchFamily="34" charset="0"/>
                        <a:buChar char="•"/>
                      </a:pPr>
                      <a:r>
                        <a:rPr lang="nl-NL" dirty="0"/>
                        <a:t>Data klaarzetten voor AMI</a:t>
                      </a:r>
                    </a:p>
                  </a:txBody>
                  <a:tcPr/>
                </a:tc>
                <a:tc>
                  <a:txBody>
                    <a:bodyPr/>
                    <a:lstStyle/>
                    <a:p>
                      <a:pPr marL="285750" indent="-285750">
                        <a:buFont typeface="Arial" panose="020B0604020202020204" pitchFamily="34" charset="0"/>
                        <a:buChar char="•"/>
                      </a:pPr>
                      <a:r>
                        <a:rPr lang="nl-NL" dirty="0" err="1"/>
                        <a:t>Alerting</a:t>
                      </a:r>
                      <a:r>
                        <a:rPr lang="nl-NL" dirty="0"/>
                        <a:t>, retentie van data, </a:t>
                      </a:r>
                      <a:r>
                        <a:rPr lang="nl-NL" dirty="0" err="1"/>
                        <a:t>Anomaly</a:t>
                      </a:r>
                      <a:r>
                        <a:rPr lang="nl-NL" dirty="0"/>
                        <a:t> </a:t>
                      </a:r>
                      <a:r>
                        <a:rPr lang="nl-NL" dirty="0" err="1"/>
                        <a:t>detection</a:t>
                      </a:r>
                      <a:endParaRPr lang="nl-NL" dirty="0"/>
                    </a:p>
                  </a:txBody>
                  <a:tcPr/>
                </a:tc>
                <a:extLst>
                  <a:ext uri="{0D108BD9-81ED-4DB2-BD59-A6C34878D82A}">
                    <a16:rowId xmlns:a16="http://schemas.microsoft.com/office/drawing/2014/main" val="1429802898"/>
                  </a:ext>
                </a:extLst>
              </a:tr>
              <a:tr h="374844">
                <a:tc>
                  <a:txBody>
                    <a:bodyPr/>
                    <a:lstStyle/>
                    <a:p>
                      <a:pPr marL="285750" indent="-285750">
                        <a:buFont typeface="Arial" panose="020B0604020202020204" pitchFamily="34" charset="0"/>
                        <a:buChar char="•"/>
                      </a:pPr>
                      <a:endParaRPr lang="nl-NL" dirty="0"/>
                    </a:p>
                  </a:txBody>
                  <a:tcPr/>
                </a:tc>
                <a:tc>
                  <a:txBody>
                    <a:bodyPr/>
                    <a:lstStyle/>
                    <a:p>
                      <a:pPr marL="285750" indent="-285750">
                        <a:buFont typeface="Arial" panose="020B0604020202020204" pitchFamily="34" charset="0"/>
                        <a:buChar char="•"/>
                      </a:pPr>
                      <a:endParaRPr lang="nl-NL" dirty="0"/>
                    </a:p>
                  </a:txBody>
                  <a:tcPr/>
                </a:tc>
                <a:extLst>
                  <a:ext uri="{0D108BD9-81ED-4DB2-BD59-A6C34878D82A}">
                    <a16:rowId xmlns:a16="http://schemas.microsoft.com/office/drawing/2014/main" val="2699402317"/>
                  </a:ext>
                </a:extLst>
              </a:tr>
              <a:tr h="374844">
                <a:tc gridSpan="2">
                  <a:txBody>
                    <a:bodyPr/>
                    <a:lstStyle/>
                    <a:p>
                      <a:pPr marL="0" indent="0" algn="ctr">
                        <a:buFont typeface="Arial" panose="020B0604020202020204" pitchFamily="34" charset="0"/>
                        <a:buNone/>
                      </a:pPr>
                      <a:r>
                        <a:rPr lang="nl-NL" sz="2400" b="1" dirty="0"/>
                        <a:t>Mogelijk niet haalbaar</a:t>
                      </a:r>
                    </a:p>
                  </a:txBody>
                  <a:tcPr/>
                </a:tc>
                <a:tc hMerge="1">
                  <a:txBody>
                    <a:bodyPr/>
                    <a:lstStyle/>
                    <a:p>
                      <a:pPr marL="285750" indent="-285750">
                        <a:buFont typeface="Arial" panose="020B0604020202020204" pitchFamily="34" charset="0"/>
                        <a:buChar char="•"/>
                      </a:pPr>
                      <a:endParaRPr lang="nl-NL" dirty="0"/>
                    </a:p>
                  </a:txBody>
                  <a:tcPr/>
                </a:tc>
                <a:extLst>
                  <a:ext uri="{0D108BD9-81ED-4DB2-BD59-A6C34878D82A}">
                    <a16:rowId xmlns:a16="http://schemas.microsoft.com/office/drawing/2014/main" val="4043666134"/>
                  </a:ext>
                </a:extLst>
              </a:tr>
              <a:tr h="374844">
                <a:tc>
                  <a:txBody>
                    <a:bodyPr/>
                    <a:lstStyle/>
                    <a:p>
                      <a:pPr marL="285750" indent="-285750">
                        <a:buFont typeface="Arial" panose="020B0604020202020204" pitchFamily="34" charset="0"/>
                        <a:buChar char="•"/>
                      </a:pPr>
                      <a:r>
                        <a:rPr lang="nl-NL" dirty="0"/>
                        <a:t>Opslaan en visualisatie</a:t>
                      </a:r>
                    </a:p>
                  </a:txBody>
                  <a:tcPr/>
                </a:tc>
                <a:tc>
                  <a:txBody>
                    <a:bodyPr/>
                    <a:lstStyle/>
                    <a:p>
                      <a:pPr marL="285750" indent="-285750">
                        <a:buFont typeface="Arial" panose="020B0604020202020204" pitchFamily="34" charset="0"/>
                        <a:buChar char="•"/>
                      </a:pPr>
                      <a:r>
                        <a:rPr lang="nl-NL" dirty="0"/>
                        <a:t>Implementatie Content Server</a:t>
                      </a:r>
                    </a:p>
                  </a:txBody>
                  <a:tcPr/>
                </a:tc>
                <a:extLst>
                  <a:ext uri="{0D108BD9-81ED-4DB2-BD59-A6C34878D82A}">
                    <a16:rowId xmlns:a16="http://schemas.microsoft.com/office/drawing/2014/main" val="3218602551"/>
                  </a:ext>
                </a:extLst>
              </a:tr>
              <a:tr h="374844">
                <a:tc>
                  <a:txBody>
                    <a:bodyPr/>
                    <a:lstStyle/>
                    <a:p>
                      <a:pPr marL="285750" indent="-285750">
                        <a:buFont typeface="Arial" panose="020B0604020202020204" pitchFamily="34" charset="0"/>
                        <a:buChar char="•"/>
                      </a:pPr>
                      <a:endParaRPr lang="nl-NL" dirty="0"/>
                    </a:p>
                  </a:txBody>
                  <a:tcPr/>
                </a:tc>
                <a:tc>
                  <a:txBody>
                    <a:bodyPr/>
                    <a:lstStyle/>
                    <a:p>
                      <a:pPr marL="285750" indent="-285750">
                        <a:buFont typeface="Arial" panose="020B0604020202020204" pitchFamily="34" charset="0"/>
                        <a:buChar char="•"/>
                      </a:pPr>
                      <a:endParaRPr lang="nl-NL" dirty="0"/>
                    </a:p>
                  </a:txBody>
                  <a:tcPr/>
                </a:tc>
                <a:extLst>
                  <a:ext uri="{0D108BD9-81ED-4DB2-BD59-A6C34878D82A}">
                    <a16:rowId xmlns:a16="http://schemas.microsoft.com/office/drawing/2014/main" val="3949962776"/>
                  </a:ext>
                </a:extLst>
              </a:tr>
              <a:tr h="374844">
                <a:tc>
                  <a:txBody>
                    <a:bodyPr/>
                    <a:lstStyle/>
                    <a:p>
                      <a:pPr marL="285750" indent="-285750">
                        <a:buFont typeface="Arial" panose="020B0604020202020204" pitchFamily="34" charset="0"/>
                        <a:buChar char="•"/>
                      </a:pPr>
                      <a:endParaRPr lang="nl-NL" dirty="0"/>
                    </a:p>
                  </a:txBody>
                  <a:tcPr/>
                </a:tc>
                <a:tc>
                  <a:txBody>
                    <a:bodyPr/>
                    <a:lstStyle/>
                    <a:p>
                      <a:pPr marL="285750" indent="-285750">
                        <a:buFont typeface="Arial" panose="020B0604020202020204" pitchFamily="34" charset="0"/>
                        <a:buChar char="•"/>
                      </a:pPr>
                      <a:endParaRPr lang="nl-NL" dirty="0"/>
                    </a:p>
                  </a:txBody>
                  <a:tcPr/>
                </a:tc>
                <a:extLst>
                  <a:ext uri="{0D108BD9-81ED-4DB2-BD59-A6C34878D82A}">
                    <a16:rowId xmlns:a16="http://schemas.microsoft.com/office/drawing/2014/main" val="2755283659"/>
                  </a:ext>
                </a:extLst>
              </a:tr>
            </a:tbl>
          </a:graphicData>
        </a:graphic>
      </p:graphicFrame>
    </p:spTree>
    <p:extLst>
      <p:ext uri="{BB962C8B-B14F-4D97-AF65-F5344CB8AC3E}">
        <p14:creationId xmlns:p14="http://schemas.microsoft.com/office/powerpoint/2010/main" val="134842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AB191C34-D0EE-BCBE-2AD1-68ECF4BD56FB}"/>
              </a:ext>
            </a:extLst>
          </p:cNvPr>
          <p:cNvSpPr>
            <a:spLocks noGrp="1"/>
          </p:cNvSpPr>
          <p:nvPr>
            <p:ph type="body" sz="quarter" idx="11"/>
          </p:nvPr>
        </p:nvSpPr>
        <p:spPr>
          <a:xfrm>
            <a:off x="838200" y="965581"/>
            <a:ext cx="10027596" cy="388931"/>
          </a:xfrm>
          <a:prstGeom prst="rect">
            <a:avLst/>
          </a:prstGeom>
        </p:spPr>
        <p:txBody>
          <a:bodyPr lIns="0">
            <a:normAutofit fontScale="62500" lnSpcReduction="20000"/>
          </a:bodyPr>
          <a:lstStyle/>
          <a:p>
            <a:pPr marL="91440" indent="0">
              <a:buNone/>
            </a:pPr>
            <a:r>
              <a:rPr lang="nl-NL" sz="2900" noProof="0" dirty="0">
                <a:solidFill>
                  <a:schemeClr val="accent3">
                    <a:lumMod val="60000"/>
                    <a:lumOff val="40000"/>
                  </a:schemeClr>
                </a:solidFill>
              </a:rPr>
              <a:t>Suggestie</a:t>
            </a:r>
          </a:p>
          <a:p>
            <a:pPr marL="91440" indent="0">
              <a:buNone/>
            </a:pPr>
            <a:endParaRPr lang="nl-NL" sz="1600" noProof="0" dirty="0">
              <a:solidFill>
                <a:schemeClr val="accent2"/>
              </a:solidFill>
            </a:endParaRPr>
          </a:p>
        </p:txBody>
      </p:sp>
      <p:sp>
        <p:nvSpPr>
          <p:cNvPr id="52" name="Title 51">
            <a:extLst>
              <a:ext uri="{FF2B5EF4-FFF2-40B4-BE49-F238E27FC236}">
                <a16:creationId xmlns:a16="http://schemas.microsoft.com/office/drawing/2014/main" id="{9592220A-67DC-5D04-B9EF-644A09F5208C}"/>
              </a:ext>
            </a:extLst>
          </p:cNvPr>
          <p:cNvSpPr>
            <a:spLocks noGrp="1"/>
          </p:cNvSpPr>
          <p:nvPr>
            <p:ph type="title"/>
          </p:nvPr>
        </p:nvSpPr>
        <p:spPr>
          <a:xfrm>
            <a:off x="838200" y="486488"/>
            <a:ext cx="10027596" cy="479094"/>
          </a:xfrm>
          <a:prstGeom prst="rect">
            <a:avLst/>
          </a:prstGeom>
        </p:spPr>
        <p:txBody>
          <a:bodyPr>
            <a:noAutofit/>
          </a:bodyPr>
          <a:lstStyle/>
          <a:p>
            <a:r>
              <a:rPr lang="nl-NL" sz="4000" b="1" noProof="0" dirty="0">
                <a:latin typeface="Lexend SemiBold" pitchFamily="2" charset="77"/>
              </a:rPr>
              <a:t>Volgende sprint</a:t>
            </a:r>
          </a:p>
        </p:txBody>
      </p:sp>
      <p:cxnSp>
        <p:nvCxnSpPr>
          <p:cNvPr id="116" name="Straight Connector 115">
            <a:extLst>
              <a:ext uri="{FF2B5EF4-FFF2-40B4-BE49-F238E27FC236}">
                <a16:creationId xmlns:a16="http://schemas.microsoft.com/office/drawing/2014/main" id="{9499114B-ACF5-A2F9-D166-F51C9A2E1691}"/>
              </a:ext>
            </a:extLst>
          </p:cNvPr>
          <p:cNvCxnSpPr>
            <a:cxnSpLocks/>
            <a:stCxn id="117" idx="6"/>
            <a:endCxn id="13" idx="2"/>
          </p:cNvCxnSpPr>
          <p:nvPr/>
        </p:nvCxnSpPr>
        <p:spPr>
          <a:xfrm>
            <a:off x="1167519" y="2108099"/>
            <a:ext cx="3496728" cy="5019"/>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5AD36638-A8C9-F3D5-5046-2EBB2805A29A}"/>
              </a:ext>
            </a:extLst>
          </p:cNvPr>
          <p:cNvGrpSpPr/>
          <p:nvPr/>
        </p:nvGrpSpPr>
        <p:grpSpPr>
          <a:xfrm>
            <a:off x="838200" y="1932356"/>
            <a:ext cx="3298856" cy="1476675"/>
            <a:chOff x="838200" y="2243153"/>
            <a:chExt cx="2337211" cy="980218"/>
          </a:xfrm>
        </p:grpSpPr>
        <p:sp>
          <p:nvSpPr>
            <p:cNvPr id="117" name="Oval 116">
              <a:extLst>
                <a:ext uri="{FF2B5EF4-FFF2-40B4-BE49-F238E27FC236}">
                  <a16:creationId xmlns:a16="http://schemas.microsoft.com/office/drawing/2014/main" id="{E714EFFE-455C-165B-E37F-8FE2B3948390}"/>
                </a:ext>
              </a:extLst>
            </p:cNvPr>
            <p:cNvSpPr/>
            <p:nvPr/>
          </p:nvSpPr>
          <p:spPr>
            <a:xfrm>
              <a:off x="838201" y="2243153"/>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127" name="2021">
              <a:extLst>
                <a:ext uri="{FF2B5EF4-FFF2-40B4-BE49-F238E27FC236}">
                  <a16:creationId xmlns:a16="http://schemas.microsoft.com/office/drawing/2014/main" id="{AC78670E-C879-759F-A7F6-06A0B7731288}"/>
                </a:ext>
              </a:extLst>
            </p:cNvPr>
            <p:cNvSpPr txBox="1"/>
            <p:nvPr/>
          </p:nvSpPr>
          <p:spPr>
            <a:xfrm>
              <a:off x="838201" y="2551713"/>
              <a:ext cx="2163492" cy="3196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Metrics</a:t>
              </a:r>
            </a:p>
          </p:txBody>
        </p:sp>
        <p:sp>
          <p:nvSpPr>
            <p:cNvPr id="128" name="Firstly we will do this">
              <a:extLst>
                <a:ext uri="{FF2B5EF4-FFF2-40B4-BE49-F238E27FC236}">
                  <a16:creationId xmlns:a16="http://schemas.microsoft.com/office/drawing/2014/main" id="{B3998C1D-6221-1C31-B43B-4A25960B8D15}"/>
                </a:ext>
              </a:extLst>
            </p:cNvPr>
            <p:cNvSpPr txBox="1"/>
            <p:nvPr/>
          </p:nvSpPr>
          <p:spPr>
            <a:xfrm>
              <a:off x="838200" y="2859594"/>
              <a:ext cx="2337211" cy="3637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marL="285750" indent="-285750">
                <a:lnSpc>
                  <a:spcPct val="120000"/>
                </a:lnSpc>
                <a:buFontTx/>
                <a:buChar char="-"/>
                <a:defRPr/>
              </a:pPr>
              <a:r>
                <a:rPr lang="nl-NL" sz="1600" noProof="0" dirty="0">
                  <a:latin typeface="Lexend Medium" pitchFamily="2" charset="77"/>
                  <a:cs typeface="Montserrat" panose="00000500000000000000" pitchFamily="2" charset="0"/>
                </a:rPr>
                <a:t>Metrics ophalen uit Logs</a:t>
              </a: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grpSp>
        <p:nvGrpSpPr>
          <p:cNvPr id="7" name="Group 6">
            <a:extLst>
              <a:ext uri="{FF2B5EF4-FFF2-40B4-BE49-F238E27FC236}">
                <a16:creationId xmlns:a16="http://schemas.microsoft.com/office/drawing/2014/main" id="{9E0BA458-E6E5-F247-BA34-F10E12A84890}"/>
              </a:ext>
            </a:extLst>
          </p:cNvPr>
          <p:cNvGrpSpPr/>
          <p:nvPr/>
        </p:nvGrpSpPr>
        <p:grpSpPr>
          <a:xfrm>
            <a:off x="8141730" y="1932356"/>
            <a:ext cx="2950292" cy="1525250"/>
            <a:chOff x="9037493" y="2240154"/>
            <a:chExt cx="2090256" cy="1012462"/>
          </a:xfrm>
        </p:grpSpPr>
        <p:sp>
          <p:nvSpPr>
            <p:cNvPr id="4" name="Oval 3">
              <a:extLst>
                <a:ext uri="{FF2B5EF4-FFF2-40B4-BE49-F238E27FC236}">
                  <a16:creationId xmlns:a16="http://schemas.microsoft.com/office/drawing/2014/main" id="{C5804733-0D49-91E2-C470-5F6C34F561BD}"/>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5" name="2021">
              <a:extLst>
                <a:ext uri="{FF2B5EF4-FFF2-40B4-BE49-F238E27FC236}">
                  <a16:creationId xmlns:a16="http://schemas.microsoft.com/office/drawing/2014/main" id="{2B4A0D64-265E-2288-70EB-2B4309490B5A}"/>
                </a:ext>
              </a:extLst>
            </p:cNvPr>
            <p:cNvSpPr txBox="1"/>
            <p:nvPr/>
          </p:nvSpPr>
          <p:spPr>
            <a:xfrm>
              <a:off x="9037494" y="2536480"/>
              <a:ext cx="1841020" cy="31963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Research</a:t>
              </a:r>
            </a:p>
          </p:txBody>
        </p:sp>
        <p:sp>
          <p:nvSpPr>
            <p:cNvPr id="6" name="Firstly we will do this">
              <a:extLst>
                <a:ext uri="{FF2B5EF4-FFF2-40B4-BE49-F238E27FC236}">
                  <a16:creationId xmlns:a16="http://schemas.microsoft.com/office/drawing/2014/main" id="{731415C4-06CF-E69E-7D7D-F729497C18D9}"/>
                </a:ext>
              </a:extLst>
            </p:cNvPr>
            <p:cNvSpPr txBox="1"/>
            <p:nvPr/>
          </p:nvSpPr>
          <p:spPr>
            <a:xfrm>
              <a:off x="9037493" y="2844361"/>
              <a:ext cx="2090256" cy="40825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a:lnSpc>
                  <a:spcPct val="120000"/>
                </a:lnSpc>
                <a:defRPr/>
              </a:pPr>
              <a:r>
                <a:rPr lang="nl-NL" sz="1200" noProof="0" dirty="0">
                  <a:latin typeface="Lexend Medium" pitchFamily="2" charset="77"/>
                  <a:cs typeface="Montserrat" panose="00000500000000000000" pitchFamily="2" charset="0"/>
                </a:rPr>
                <a:t>- </a:t>
              </a:r>
              <a:r>
                <a:rPr lang="nl-NL" sz="1600" noProof="0" dirty="0">
                  <a:latin typeface="Lexend Medium" pitchFamily="2" charset="77"/>
                  <a:cs typeface="Montserrat" panose="00000500000000000000" pitchFamily="2" charset="0"/>
                </a:rPr>
                <a:t>Bijstellen</a:t>
              </a:r>
            </a:p>
            <a:p>
              <a:pPr>
                <a:lnSpc>
                  <a:spcPct val="120000"/>
                </a:lnSpc>
                <a:defRPr/>
              </a:pPr>
              <a:r>
                <a:rPr lang="nl-NL" sz="1600" dirty="0">
                  <a:latin typeface="Lexend Medium" pitchFamily="2" charset="77"/>
                  <a:cs typeface="Montserrat" panose="00000500000000000000" pitchFamily="2" charset="0"/>
                </a:rPr>
                <a:t>- Metrics uit logs toevoegen</a:t>
              </a:r>
              <a:endParaRPr lang="nl-NL" sz="1600" noProof="0" dirty="0">
                <a:latin typeface="Lexend Medium" pitchFamily="2" charset="77"/>
                <a:cs typeface="Montserrat" panose="00000500000000000000" pitchFamily="2" charset="0"/>
              </a:endParaRPr>
            </a:p>
          </p:txBody>
        </p:sp>
      </p:grpSp>
      <p:grpSp>
        <p:nvGrpSpPr>
          <p:cNvPr id="12" name="Group 11">
            <a:extLst>
              <a:ext uri="{FF2B5EF4-FFF2-40B4-BE49-F238E27FC236}">
                <a16:creationId xmlns:a16="http://schemas.microsoft.com/office/drawing/2014/main" id="{FD6F2109-CB80-2C54-F5C3-A117682365A6}"/>
              </a:ext>
            </a:extLst>
          </p:cNvPr>
          <p:cNvGrpSpPr/>
          <p:nvPr/>
        </p:nvGrpSpPr>
        <p:grpSpPr>
          <a:xfrm>
            <a:off x="4664249" y="1937374"/>
            <a:ext cx="3053660" cy="1753710"/>
            <a:chOff x="9037493" y="2240154"/>
            <a:chExt cx="2163491" cy="1164114"/>
          </a:xfrm>
        </p:grpSpPr>
        <p:sp>
          <p:nvSpPr>
            <p:cNvPr id="13" name="Oval 12">
              <a:extLst>
                <a:ext uri="{FF2B5EF4-FFF2-40B4-BE49-F238E27FC236}">
                  <a16:creationId xmlns:a16="http://schemas.microsoft.com/office/drawing/2014/main" id="{65A372B0-C69D-2EE6-8018-85C923E95339}"/>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14" name="2021">
              <a:extLst>
                <a:ext uri="{FF2B5EF4-FFF2-40B4-BE49-F238E27FC236}">
                  <a16:creationId xmlns:a16="http://schemas.microsoft.com/office/drawing/2014/main" id="{18A9B0A4-6986-C974-6209-436CE457462B}"/>
                </a:ext>
              </a:extLst>
            </p:cNvPr>
            <p:cNvSpPr txBox="1"/>
            <p:nvPr/>
          </p:nvSpPr>
          <p:spPr>
            <a:xfrm>
              <a:off x="9037493" y="2536479"/>
              <a:ext cx="2163491" cy="3196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Documentatie OTCM</a:t>
              </a:r>
            </a:p>
          </p:txBody>
        </p:sp>
        <p:sp>
          <p:nvSpPr>
            <p:cNvPr id="15" name="Firstly we will do this">
              <a:extLst>
                <a:ext uri="{FF2B5EF4-FFF2-40B4-BE49-F238E27FC236}">
                  <a16:creationId xmlns:a16="http://schemas.microsoft.com/office/drawing/2014/main" id="{0BB17492-24E4-1825-79AC-32545FF5E851}"/>
                </a:ext>
              </a:extLst>
            </p:cNvPr>
            <p:cNvSpPr txBox="1"/>
            <p:nvPr/>
          </p:nvSpPr>
          <p:spPr>
            <a:xfrm>
              <a:off x="9037493" y="2844361"/>
              <a:ext cx="2090256" cy="55990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marL="285750" indent="-285750">
                <a:lnSpc>
                  <a:spcPct val="120000"/>
                </a:lnSpc>
                <a:buFontTx/>
                <a:buChar char="-"/>
                <a:defRPr/>
              </a:pPr>
              <a:r>
                <a:rPr lang="nl-NL" sz="1600" noProof="0" dirty="0">
                  <a:latin typeface="Lexend Medium" pitchFamily="2" charset="77"/>
                  <a:cs typeface="Montserrat" panose="00000500000000000000" pitchFamily="2" charset="0"/>
                </a:rPr>
                <a:t>Installatie</a:t>
              </a:r>
            </a:p>
            <a:p>
              <a:pPr marL="285750" indent="-285750">
                <a:lnSpc>
                  <a:spcPct val="120000"/>
                </a:lnSpc>
                <a:buFontTx/>
                <a:buChar char="-"/>
                <a:defRPr/>
              </a:pPr>
              <a:r>
                <a:rPr lang="nl-NL" sz="1600" dirty="0">
                  <a:latin typeface="Lexend Medium" pitchFamily="2" charset="77"/>
                  <a:cs typeface="Montserrat" panose="00000500000000000000" pitchFamily="2" charset="0"/>
                </a:rPr>
                <a:t>Configuratie</a:t>
              </a:r>
              <a:endParaRPr lang="nl-NL" sz="1600" noProof="0" dirty="0">
                <a:latin typeface="Lexend Medium" pitchFamily="2" charset="77"/>
                <a:cs typeface="Montserrat" panose="00000500000000000000" pitchFamily="2" charset="0"/>
              </a:endParaRP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cxnSp>
        <p:nvCxnSpPr>
          <p:cNvPr id="17" name="Straight Connector 16">
            <a:extLst>
              <a:ext uri="{FF2B5EF4-FFF2-40B4-BE49-F238E27FC236}">
                <a16:creationId xmlns:a16="http://schemas.microsoft.com/office/drawing/2014/main" id="{2EF40C9B-22EE-B5AC-6447-A908D2D08F5E}"/>
              </a:ext>
            </a:extLst>
          </p:cNvPr>
          <p:cNvCxnSpPr>
            <a:cxnSpLocks/>
            <a:stCxn id="13" idx="6"/>
            <a:endCxn id="4" idx="2"/>
          </p:cNvCxnSpPr>
          <p:nvPr/>
        </p:nvCxnSpPr>
        <p:spPr>
          <a:xfrm flipV="1">
            <a:off x="4993565" y="2108100"/>
            <a:ext cx="3148165" cy="5018"/>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860ADB7-FA07-AE6C-B6CF-E3377F875481}"/>
              </a:ext>
            </a:extLst>
          </p:cNvPr>
          <p:cNvCxnSpPr>
            <a:cxnSpLocks/>
            <a:stCxn id="18" idx="6"/>
            <a:endCxn id="26" idx="2"/>
          </p:cNvCxnSpPr>
          <p:nvPr/>
        </p:nvCxnSpPr>
        <p:spPr>
          <a:xfrm>
            <a:off x="1167519" y="4551809"/>
            <a:ext cx="3496728" cy="5019"/>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6" name="Group 15">
            <a:extLst>
              <a:ext uri="{FF2B5EF4-FFF2-40B4-BE49-F238E27FC236}">
                <a16:creationId xmlns:a16="http://schemas.microsoft.com/office/drawing/2014/main" id="{3EE42CAE-A3BC-2628-55D8-43D6F4C07A98}"/>
              </a:ext>
            </a:extLst>
          </p:cNvPr>
          <p:cNvGrpSpPr/>
          <p:nvPr/>
        </p:nvGrpSpPr>
        <p:grpSpPr>
          <a:xfrm>
            <a:off x="838200" y="4376066"/>
            <a:ext cx="3298856" cy="2067605"/>
            <a:chOff x="838200" y="2243153"/>
            <a:chExt cx="2337211" cy="1372478"/>
          </a:xfrm>
        </p:grpSpPr>
        <p:sp>
          <p:nvSpPr>
            <p:cNvPr id="18" name="Oval 17">
              <a:extLst>
                <a:ext uri="{FF2B5EF4-FFF2-40B4-BE49-F238E27FC236}">
                  <a16:creationId xmlns:a16="http://schemas.microsoft.com/office/drawing/2014/main" id="{741F4B02-1907-4DDA-2D66-D1FBE88F64C8}"/>
                </a:ext>
              </a:extLst>
            </p:cNvPr>
            <p:cNvSpPr/>
            <p:nvPr/>
          </p:nvSpPr>
          <p:spPr>
            <a:xfrm>
              <a:off x="838201" y="2243153"/>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19" name="2021">
              <a:extLst>
                <a:ext uri="{FF2B5EF4-FFF2-40B4-BE49-F238E27FC236}">
                  <a16:creationId xmlns:a16="http://schemas.microsoft.com/office/drawing/2014/main" id="{E0B58E30-C171-8BD1-DF35-01CD8056C1C5}"/>
                </a:ext>
              </a:extLst>
            </p:cNvPr>
            <p:cNvSpPr txBox="1"/>
            <p:nvPr/>
          </p:nvSpPr>
          <p:spPr>
            <a:xfrm>
              <a:off x="838201" y="2551713"/>
              <a:ext cx="2163492" cy="3196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Pipeline</a:t>
              </a:r>
            </a:p>
          </p:txBody>
        </p:sp>
        <p:sp>
          <p:nvSpPr>
            <p:cNvPr id="20" name="Firstly we will do this">
              <a:extLst>
                <a:ext uri="{FF2B5EF4-FFF2-40B4-BE49-F238E27FC236}">
                  <a16:creationId xmlns:a16="http://schemas.microsoft.com/office/drawing/2014/main" id="{71D0B35E-69DD-44E0-6972-ACCB50B356DF}"/>
                </a:ext>
              </a:extLst>
            </p:cNvPr>
            <p:cNvSpPr txBox="1"/>
            <p:nvPr/>
          </p:nvSpPr>
          <p:spPr>
            <a:xfrm>
              <a:off x="838200" y="2859594"/>
              <a:ext cx="2337211" cy="75603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marL="285750" indent="-285750">
                <a:lnSpc>
                  <a:spcPct val="120000"/>
                </a:lnSpc>
                <a:buFontTx/>
                <a:buChar char="-"/>
                <a:defRPr/>
              </a:pPr>
              <a:r>
                <a:rPr lang="nl-NL" sz="1600" noProof="0" dirty="0">
                  <a:latin typeface="Lexend Medium" pitchFamily="2" charset="77"/>
                  <a:cs typeface="Montserrat" panose="00000500000000000000" pitchFamily="2" charset="0"/>
                </a:rPr>
                <a:t>Bugs oplossen</a:t>
              </a:r>
            </a:p>
            <a:p>
              <a:pPr marL="285750" indent="-285750">
                <a:lnSpc>
                  <a:spcPct val="120000"/>
                </a:lnSpc>
                <a:buFontTx/>
                <a:buChar char="-"/>
                <a:defRPr/>
              </a:pPr>
              <a:r>
                <a:rPr lang="nl-NL" sz="1600" noProof="0" dirty="0" err="1">
                  <a:latin typeface="Lexend Medium" pitchFamily="2" charset="77"/>
                  <a:cs typeface="Montserrat" panose="00000500000000000000" pitchFamily="2" charset="0"/>
                </a:rPr>
                <a:t>Dataprepper</a:t>
              </a:r>
              <a:r>
                <a:rPr lang="nl-NL" sz="1600" noProof="0" dirty="0">
                  <a:latin typeface="Lexend Medium" pitchFamily="2" charset="77"/>
                  <a:cs typeface="Montserrat" panose="00000500000000000000" pitchFamily="2" charset="0"/>
                </a:rPr>
                <a:t> implementatie (</a:t>
              </a:r>
              <a:r>
                <a:rPr lang="nl-NL" sz="1600" noProof="0" dirty="0" err="1">
                  <a:latin typeface="Lexend Medium" pitchFamily="2" charset="77"/>
                  <a:cs typeface="Montserrat" panose="00000500000000000000" pitchFamily="2" charset="0"/>
                </a:rPr>
                <a:t>Alerting</a:t>
              </a:r>
              <a:r>
                <a:rPr lang="nl-NL" sz="1600" noProof="0" dirty="0">
                  <a:latin typeface="Lexend Medium" pitchFamily="2" charset="77"/>
                  <a:cs typeface="Montserrat" panose="00000500000000000000" pitchFamily="2" charset="0"/>
                </a:rPr>
                <a:t>, filtering, </a:t>
              </a:r>
              <a:r>
                <a:rPr lang="nl-NL" sz="1600" noProof="0" dirty="0" err="1">
                  <a:latin typeface="Lexend Medium" pitchFamily="2" charset="77"/>
                  <a:cs typeface="Montserrat" panose="00000500000000000000" pitchFamily="2" charset="0"/>
                </a:rPr>
                <a:t>anomaly</a:t>
              </a:r>
              <a:r>
                <a:rPr lang="nl-NL" sz="1600" noProof="0" dirty="0">
                  <a:latin typeface="Lexend Medium" pitchFamily="2" charset="77"/>
                  <a:cs typeface="Montserrat" panose="00000500000000000000" pitchFamily="2" charset="0"/>
                </a:rPr>
                <a:t>)</a:t>
              </a: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grpSp>
        <p:nvGrpSpPr>
          <p:cNvPr id="21" name="Group 20">
            <a:extLst>
              <a:ext uri="{FF2B5EF4-FFF2-40B4-BE49-F238E27FC236}">
                <a16:creationId xmlns:a16="http://schemas.microsoft.com/office/drawing/2014/main" id="{D5A40543-4056-7408-72CB-0C741EF71742}"/>
              </a:ext>
            </a:extLst>
          </p:cNvPr>
          <p:cNvGrpSpPr/>
          <p:nvPr/>
        </p:nvGrpSpPr>
        <p:grpSpPr>
          <a:xfrm>
            <a:off x="8141727" y="4376066"/>
            <a:ext cx="3212069" cy="1525250"/>
            <a:chOff x="9037492" y="2240154"/>
            <a:chExt cx="2275723" cy="1012462"/>
          </a:xfrm>
        </p:grpSpPr>
        <p:sp>
          <p:nvSpPr>
            <p:cNvPr id="22" name="Oval 21">
              <a:extLst>
                <a:ext uri="{FF2B5EF4-FFF2-40B4-BE49-F238E27FC236}">
                  <a16:creationId xmlns:a16="http://schemas.microsoft.com/office/drawing/2014/main" id="{71E9F343-66E5-6A94-BDAB-63CBCEAD6CEE}"/>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23" name="2021">
              <a:extLst>
                <a:ext uri="{FF2B5EF4-FFF2-40B4-BE49-F238E27FC236}">
                  <a16:creationId xmlns:a16="http://schemas.microsoft.com/office/drawing/2014/main" id="{7C11B28E-7404-1454-A868-E2606FA3BC06}"/>
                </a:ext>
              </a:extLst>
            </p:cNvPr>
            <p:cNvSpPr txBox="1"/>
            <p:nvPr/>
          </p:nvSpPr>
          <p:spPr>
            <a:xfrm>
              <a:off x="9037494" y="2536480"/>
              <a:ext cx="1841020" cy="31963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Research</a:t>
              </a:r>
            </a:p>
          </p:txBody>
        </p:sp>
        <p:sp>
          <p:nvSpPr>
            <p:cNvPr id="24" name="Firstly we will do this">
              <a:extLst>
                <a:ext uri="{FF2B5EF4-FFF2-40B4-BE49-F238E27FC236}">
                  <a16:creationId xmlns:a16="http://schemas.microsoft.com/office/drawing/2014/main" id="{306964A3-8EF2-26F3-4845-CB0124EBA960}"/>
                </a:ext>
              </a:extLst>
            </p:cNvPr>
            <p:cNvSpPr txBox="1"/>
            <p:nvPr/>
          </p:nvSpPr>
          <p:spPr>
            <a:xfrm>
              <a:off x="9037492" y="2844361"/>
              <a:ext cx="2275723" cy="40825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marL="285750" indent="-285750">
                <a:lnSpc>
                  <a:spcPct val="120000"/>
                </a:lnSpc>
                <a:buFontTx/>
                <a:buChar char="-"/>
                <a:defRPr/>
              </a:pPr>
              <a:r>
                <a:rPr lang="nl-NL" sz="1600" noProof="0" dirty="0">
                  <a:latin typeface="Lexend Medium" pitchFamily="2" charset="77"/>
                  <a:cs typeface="Montserrat" panose="00000500000000000000" pitchFamily="2" charset="0"/>
                </a:rPr>
                <a:t>Mogelijkheden </a:t>
              </a:r>
              <a:r>
                <a:rPr lang="nl-NL" sz="1600" noProof="0" dirty="0" err="1">
                  <a:latin typeface="Lexend Medium" pitchFamily="2" charset="77"/>
                  <a:cs typeface="Montserrat" panose="00000500000000000000" pitchFamily="2" charset="0"/>
                </a:rPr>
                <a:t>Dataprepper</a:t>
              </a:r>
              <a:endParaRPr lang="nl-NL" sz="1600" noProof="0" dirty="0">
                <a:latin typeface="Lexend Medium" pitchFamily="2" charset="77"/>
                <a:cs typeface="Montserrat" panose="00000500000000000000" pitchFamily="2" charset="0"/>
              </a:endParaRPr>
            </a:p>
            <a:p>
              <a:pPr marL="285750" indent="-285750">
                <a:lnSpc>
                  <a:spcPct val="120000"/>
                </a:lnSpc>
                <a:buFontTx/>
                <a:buChar char="-"/>
                <a:defRPr/>
              </a:pPr>
              <a:r>
                <a:rPr lang="nl-NL" sz="1600" dirty="0">
                  <a:latin typeface="Lexend Medium" pitchFamily="2" charset="77"/>
                  <a:cs typeface="Montserrat" panose="00000500000000000000" pitchFamily="2" charset="0"/>
                </a:rPr>
                <a:t>Afronden OTCM implementatie</a:t>
              </a:r>
            </a:p>
          </p:txBody>
        </p:sp>
      </p:grpSp>
      <p:grpSp>
        <p:nvGrpSpPr>
          <p:cNvPr id="25" name="Group 24">
            <a:extLst>
              <a:ext uri="{FF2B5EF4-FFF2-40B4-BE49-F238E27FC236}">
                <a16:creationId xmlns:a16="http://schemas.microsoft.com/office/drawing/2014/main" id="{2CE0581E-54E9-40DA-0995-40DC80480870}"/>
              </a:ext>
            </a:extLst>
          </p:cNvPr>
          <p:cNvGrpSpPr/>
          <p:nvPr/>
        </p:nvGrpSpPr>
        <p:grpSpPr>
          <a:xfrm>
            <a:off x="4664249" y="4381084"/>
            <a:ext cx="3053660" cy="1753710"/>
            <a:chOff x="9037493" y="2240154"/>
            <a:chExt cx="2163491" cy="1164114"/>
          </a:xfrm>
        </p:grpSpPr>
        <p:sp>
          <p:nvSpPr>
            <p:cNvPr id="26" name="Oval 25">
              <a:extLst>
                <a:ext uri="{FF2B5EF4-FFF2-40B4-BE49-F238E27FC236}">
                  <a16:creationId xmlns:a16="http://schemas.microsoft.com/office/drawing/2014/main" id="{7D3AB029-8546-7CA3-3314-253274D81881}"/>
                </a:ext>
              </a:extLst>
            </p:cNvPr>
            <p:cNvSpPr/>
            <p:nvPr/>
          </p:nvSpPr>
          <p:spPr>
            <a:xfrm>
              <a:off x="9037493" y="2240154"/>
              <a:ext cx="233319" cy="233317"/>
            </a:xfrm>
            <a:prstGeom prst="ellipse">
              <a:avLst/>
            </a:prstGeom>
            <a:solidFill>
              <a:schemeClr val="accent1"/>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100" u="none" strike="noStrike" kern="1200" cap="none" spc="0" normalizeH="0" baseline="0" noProof="0" dirty="0">
                <a:ln>
                  <a:noFill/>
                </a:ln>
                <a:solidFill>
                  <a:schemeClr val="tx1"/>
                </a:solidFill>
                <a:effectLst/>
                <a:uLnTx/>
                <a:uFillTx/>
                <a:latin typeface="Lexend Medium" pitchFamily="2" charset="77"/>
                <a:ea typeface="Montserrat" panose="00000500000000000000" pitchFamily="2" charset="0"/>
                <a:cs typeface="Montserrat" panose="00000500000000000000" pitchFamily="2" charset="0"/>
              </a:endParaRPr>
            </a:p>
          </p:txBody>
        </p:sp>
        <p:sp>
          <p:nvSpPr>
            <p:cNvPr id="27" name="2021">
              <a:extLst>
                <a:ext uri="{FF2B5EF4-FFF2-40B4-BE49-F238E27FC236}">
                  <a16:creationId xmlns:a16="http://schemas.microsoft.com/office/drawing/2014/main" id="{6AD0C35E-C4E4-EB85-8199-EF89095C8DAE}"/>
                </a:ext>
              </a:extLst>
            </p:cNvPr>
            <p:cNvSpPr txBox="1"/>
            <p:nvPr/>
          </p:nvSpPr>
          <p:spPr>
            <a:xfrm>
              <a:off x="9037493" y="2536479"/>
              <a:ext cx="2163491" cy="3196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nchor="b">
              <a:spAutoFit/>
            </a:bodyPr>
            <a:lstStyle>
              <a:lvl1pPr>
                <a:lnSpc>
                  <a:spcPct val="130000"/>
                </a:lnSpc>
                <a:defRPr sz="3600">
                  <a:latin typeface="+mn-lt"/>
                  <a:ea typeface="+mn-ea"/>
                  <a:cs typeface="+mn-cs"/>
                  <a:sym typeface="Montserrat" panose="00000500000000000000" pitchFamily="2" charset="0"/>
                </a:defRPr>
              </a:lvl1pPr>
            </a:lstStyle>
            <a:p>
              <a:pPr>
                <a:defRPr/>
              </a:pPr>
              <a:r>
                <a:rPr lang="nl-NL" sz="2400" b="1" noProof="0" dirty="0">
                  <a:latin typeface="Lexend SemiBold" pitchFamily="2" charset="77"/>
                  <a:cs typeface="Montserrat" panose="00000500000000000000" pitchFamily="2" charset="0"/>
                </a:rPr>
                <a:t>Documentatie OTCM</a:t>
              </a:r>
            </a:p>
          </p:txBody>
        </p:sp>
        <p:sp>
          <p:nvSpPr>
            <p:cNvPr id="28" name="Firstly we will do this">
              <a:extLst>
                <a:ext uri="{FF2B5EF4-FFF2-40B4-BE49-F238E27FC236}">
                  <a16:creationId xmlns:a16="http://schemas.microsoft.com/office/drawing/2014/main" id="{DBF8AA05-23C1-2C90-A8D9-6D7BB5D310A6}"/>
                </a:ext>
              </a:extLst>
            </p:cNvPr>
            <p:cNvSpPr txBox="1"/>
            <p:nvPr/>
          </p:nvSpPr>
          <p:spPr>
            <a:xfrm>
              <a:off x="9037493" y="2844361"/>
              <a:ext cx="2090256" cy="55990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mc="http://schemas.openxmlformats.org/markup-compatibility/2006" xmlns:p14="http://schemas.microsoft.com/office/powerpoint/2010/main" xmlns:a16="http://schemas.microsoft.com/office/drawing/2014/main" xmlns="" val="1"/>
              </a:ext>
            </a:extLst>
          </p:spPr>
          <p:txBody>
            <a:bodyPr wrap="square" lIns="25393" tIns="25393" rIns="25393" bIns="25393">
              <a:spAutoFit/>
            </a:bodyPr>
            <a:lstStyle>
              <a:lvl1pPr>
                <a:lnSpc>
                  <a:spcPct val="140000"/>
                </a:lnSpc>
                <a:defRPr sz="2000">
                  <a:latin typeface="+mn-lt"/>
                  <a:ea typeface="+mn-ea"/>
                  <a:cs typeface="+mn-cs"/>
                  <a:sym typeface="Montserrat" panose="00000500000000000000" pitchFamily="2" charset="0"/>
                </a:defRPr>
              </a:lvl1pPr>
            </a:lstStyle>
            <a:p>
              <a:pPr marL="285750" indent="-285750">
                <a:lnSpc>
                  <a:spcPct val="120000"/>
                </a:lnSpc>
                <a:buFontTx/>
                <a:buChar char="-"/>
                <a:defRPr/>
              </a:pPr>
              <a:r>
                <a:rPr lang="nl-NL" sz="1600" noProof="0" dirty="0">
                  <a:latin typeface="Lexend Medium" pitchFamily="2" charset="77"/>
                  <a:cs typeface="Montserrat" panose="00000500000000000000" pitchFamily="2" charset="0"/>
                </a:rPr>
                <a:t>Installatie</a:t>
              </a:r>
            </a:p>
            <a:p>
              <a:pPr marL="285750" indent="-285750">
                <a:lnSpc>
                  <a:spcPct val="120000"/>
                </a:lnSpc>
                <a:buFontTx/>
                <a:buChar char="-"/>
                <a:defRPr/>
              </a:pPr>
              <a:r>
                <a:rPr lang="nl-NL" sz="1600" dirty="0">
                  <a:latin typeface="Lexend Medium" pitchFamily="2" charset="77"/>
                  <a:cs typeface="Montserrat" panose="00000500000000000000" pitchFamily="2" charset="0"/>
                </a:rPr>
                <a:t>Configuratie</a:t>
              </a:r>
              <a:endParaRPr lang="nl-NL" sz="1600" noProof="0" dirty="0">
                <a:latin typeface="Lexend Medium" pitchFamily="2" charset="77"/>
                <a:cs typeface="Montserrat" panose="00000500000000000000" pitchFamily="2" charset="0"/>
              </a:endParaRPr>
            </a:p>
            <a:p>
              <a:pPr marL="171450" indent="-171450">
                <a:lnSpc>
                  <a:spcPct val="120000"/>
                </a:lnSpc>
                <a:buFontTx/>
                <a:buChar char="-"/>
                <a:defRPr/>
              </a:pPr>
              <a:endParaRPr lang="nl-NL" sz="1200" noProof="0" dirty="0">
                <a:latin typeface="Lexend Medium" pitchFamily="2" charset="77"/>
                <a:cs typeface="Montserrat" panose="00000500000000000000" pitchFamily="2" charset="0"/>
              </a:endParaRPr>
            </a:p>
          </p:txBody>
        </p:sp>
      </p:grpSp>
      <p:cxnSp>
        <p:nvCxnSpPr>
          <p:cNvPr id="29" name="Straight Connector 28">
            <a:extLst>
              <a:ext uri="{FF2B5EF4-FFF2-40B4-BE49-F238E27FC236}">
                <a16:creationId xmlns:a16="http://schemas.microsoft.com/office/drawing/2014/main" id="{BD3D3C43-8509-F275-194A-98CB3F868662}"/>
              </a:ext>
            </a:extLst>
          </p:cNvPr>
          <p:cNvCxnSpPr>
            <a:cxnSpLocks/>
            <a:stCxn id="26" idx="6"/>
            <a:endCxn id="22" idx="2"/>
          </p:cNvCxnSpPr>
          <p:nvPr/>
        </p:nvCxnSpPr>
        <p:spPr>
          <a:xfrm flipV="1">
            <a:off x="4993565" y="4551810"/>
            <a:ext cx="3148165" cy="5018"/>
          </a:xfrm>
          <a:prstGeom prst="line">
            <a:avLst/>
          </a:prstGeom>
          <a:ln w="38100" cmpd="sng">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A00E73BC-5D1D-556D-7AD8-9A7E62090E3F}"/>
              </a:ext>
            </a:extLst>
          </p:cNvPr>
          <p:cNvGrpSpPr/>
          <p:nvPr/>
        </p:nvGrpSpPr>
        <p:grpSpPr>
          <a:xfrm>
            <a:off x="838200" y="1344385"/>
            <a:ext cx="5626183" cy="488709"/>
            <a:chOff x="838200" y="1861369"/>
            <a:chExt cx="5101611" cy="488709"/>
          </a:xfrm>
        </p:grpSpPr>
        <p:sp>
          <p:nvSpPr>
            <p:cNvPr id="31" name="Executive summary">
              <a:extLst>
                <a:ext uri="{FF2B5EF4-FFF2-40B4-BE49-F238E27FC236}">
                  <a16:creationId xmlns:a16="http://schemas.microsoft.com/office/drawing/2014/main" id="{A5038D3B-2198-3E1F-95C6-45CDEF75B650}"/>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Verdere Implementatie OTCM</a:t>
              </a:r>
            </a:p>
          </p:txBody>
        </p:sp>
        <p:sp>
          <p:nvSpPr>
            <p:cNvPr id="32" name="01">
              <a:extLst>
                <a:ext uri="{FF2B5EF4-FFF2-40B4-BE49-F238E27FC236}">
                  <a16:creationId xmlns:a16="http://schemas.microsoft.com/office/drawing/2014/main" id="{D60EEC9F-575C-D389-9255-DB3EBAD7BE47}"/>
                </a:ext>
              </a:extLst>
            </p:cNvPr>
            <p:cNvSpPr txBox="1"/>
            <p:nvPr/>
          </p:nvSpPr>
          <p:spPr>
            <a:xfrm>
              <a:off x="838200" y="1929464"/>
              <a:ext cx="378441" cy="420614"/>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n-cs"/>
                </a:rPr>
                <a:t>01</a:t>
              </a:r>
            </a:p>
          </p:txBody>
        </p:sp>
      </p:grpSp>
      <p:grpSp>
        <p:nvGrpSpPr>
          <p:cNvPr id="33" name="Group 32">
            <a:extLst>
              <a:ext uri="{FF2B5EF4-FFF2-40B4-BE49-F238E27FC236}">
                <a16:creationId xmlns:a16="http://schemas.microsoft.com/office/drawing/2014/main" id="{01ADEA9C-DA6F-0120-6C33-DCD01121CCAA}"/>
              </a:ext>
            </a:extLst>
          </p:cNvPr>
          <p:cNvGrpSpPr/>
          <p:nvPr/>
        </p:nvGrpSpPr>
        <p:grpSpPr>
          <a:xfrm>
            <a:off x="838200" y="3810459"/>
            <a:ext cx="5626183" cy="488709"/>
            <a:chOff x="838200" y="1861369"/>
            <a:chExt cx="5101611" cy="488709"/>
          </a:xfrm>
        </p:grpSpPr>
        <p:sp>
          <p:nvSpPr>
            <p:cNvPr id="34" name="Executive summary">
              <a:extLst>
                <a:ext uri="{FF2B5EF4-FFF2-40B4-BE49-F238E27FC236}">
                  <a16:creationId xmlns:a16="http://schemas.microsoft.com/office/drawing/2014/main" id="{43BE72ED-A2EE-3C96-7101-7539573AA49D}"/>
                </a:ext>
              </a:extLst>
            </p:cNvPr>
            <p:cNvSpPr txBox="1"/>
            <p:nvPr/>
          </p:nvSpPr>
          <p:spPr>
            <a:xfrm>
              <a:off x="1273776" y="1861369"/>
              <a:ext cx="4666035" cy="481528"/>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lvl1pPr>
                <a:lnSpc>
                  <a:spcPct val="130000"/>
                </a:lnSpc>
                <a:defRPr sz="3000">
                  <a:latin typeface="+mn-lt"/>
                  <a:ea typeface="+mn-ea"/>
                  <a:cs typeface="+mn-cs"/>
                  <a:sym typeface="Montserrat" panose="00000500000000000000" pitchFamily="2" charset="0"/>
                </a:defRPr>
              </a:lvl1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Uitwerken pipeline met </a:t>
              </a:r>
              <a:r>
                <a:rPr kumimoji="0" lang="nl-NL" sz="2400" b="1" i="0" u="none" strike="noStrike" kern="1200" cap="none" spc="0" normalizeH="0" baseline="0" noProof="0" dirty="0" err="1">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OTel</a:t>
              </a: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ontserrat" panose="00000500000000000000" pitchFamily="2" charset="0"/>
                  <a:sym typeface="Montserrat" panose="00000500000000000000" pitchFamily="2" charset="0"/>
                </a:rPr>
                <a:t> demo</a:t>
              </a:r>
            </a:p>
          </p:txBody>
        </p:sp>
        <p:sp>
          <p:nvSpPr>
            <p:cNvPr id="35" name="01">
              <a:extLst>
                <a:ext uri="{FF2B5EF4-FFF2-40B4-BE49-F238E27FC236}">
                  <a16:creationId xmlns:a16="http://schemas.microsoft.com/office/drawing/2014/main" id="{D5C5BF36-5259-9620-829F-71902A3FB771}"/>
                </a:ext>
              </a:extLst>
            </p:cNvPr>
            <p:cNvSpPr txBox="1"/>
            <p:nvPr/>
          </p:nvSpPr>
          <p:spPr>
            <a:xfrm>
              <a:off x="838200" y="1929464"/>
              <a:ext cx="378441" cy="420614"/>
            </a:xfrm>
            <a:prstGeom prst="rect">
              <a:avLst/>
            </a:prstGeom>
            <a:ln w="12700">
              <a:miter lim="400000"/>
            </a:ln>
            <a:extLst>
              <a:ext uri="{C572A759-6A51-4108-AA02-DFA0A04FC94B}">
                <ma14:wrappingTextBoxFlag xmlns:a16="http://schemas.microsoft.com/office/drawing/2014/main" xmlns:asvg="http://schemas.microsoft.com/office/drawing/2016/SVG/main" xmlns:p14="http://schemas.microsoft.com/office/powerpoint/2010/main" xmlns:mc="http://schemas.openxmlformats.org/markup-compatibility/2006" xmlns:m="http://schemas.openxmlformats.org/officeDocument/2006/math" xmlns:a14="http://schemas.microsoft.com/office/drawing/2010/main" xmlns:ma14="http://schemas.microsoft.com/office/mac/drawingml/2011/main" xmlns="" val="1"/>
              </a:ext>
            </a:extLst>
          </p:spPr>
          <p:txBody>
            <a:bodyPr wrap="square" lIns="25393" tIns="25393" rIns="25393" bIns="253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1" i="0" u="none" strike="noStrike" kern="1200" cap="none" spc="0" normalizeH="0" baseline="0" noProof="0" dirty="0">
                  <a:ln>
                    <a:noFill/>
                  </a:ln>
                  <a:solidFill>
                    <a:schemeClr val="accent3"/>
                  </a:solidFill>
                  <a:effectLst/>
                  <a:uLnTx/>
                  <a:uFillTx/>
                  <a:latin typeface="Lexend Medium" pitchFamily="2" charset="77"/>
                  <a:ea typeface="+mn-ea"/>
                  <a:cs typeface="+mn-cs"/>
                </a:rPr>
                <a:t>02</a:t>
              </a:r>
            </a:p>
          </p:txBody>
        </p:sp>
      </p:grpSp>
    </p:spTree>
    <p:extLst>
      <p:ext uri="{BB962C8B-B14F-4D97-AF65-F5344CB8AC3E}">
        <p14:creationId xmlns:p14="http://schemas.microsoft.com/office/powerpoint/2010/main" val="382106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wipe(left)">
                                      <p:cBhvr>
                                        <p:cTn id="7" dur="1000"/>
                                        <p:tgtEl>
                                          <p:spTgt spid="11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1000"/>
                                        <p:tgtEl>
                                          <p:spTgt spid="17"/>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10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vestor Presentation">
            <a:extLst>
              <a:ext uri="{FF2B5EF4-FFF2-40B4-BE49-F238E27FC236}">
                <a16:creationId xmlns:a16="http://schemas.microsoft.com/office/drawing/2014/main" id="{DC2577AF-E4DD-2809-31E5-A62687CBCD6A}"/>
              </a:ext>
            </a:extLst>
          </p:cNvPr>
          <p:cNvSpPr txBox="1"/>
          <p:nvPr/>
        </p:nvSpPr>
        <p:spPr>
          <a:xfrm>
            <a:off x="634834" y="2787966"/>
            <a:ext cx="10919156" cy="128206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mc="http://schemas.openxmlformats.org/markup-compatibility/2006" xmlns:p14="http://schemas.microsoft.com/office/powerpoint/2010/main" xmlns:a16="http://schemas.microsoft.com/office/drawing/2014/main" val="1"/>
            </a:ext>
          </a:extLst>
        </p:spPr>
        <p:txBody>
          <a:bodyPr lIns="25393" tIns="25393" rIns="25393" bIns="25393" anchor="t">
            <a:spAutoFit/>
          </a:bodyPr>
          <a:lstStyle>
            <a:lvl1pPr>
              <a:lnSpc>
                <a:spcPct val="100000"/>
              </a:lnSpc>
              <a:defRPr sz="16000">
                <a:solidFill>
                  <a:srgbClr val="FFFFFF"/>
                </a:solidFill>
                <a:latin typeface="+mn-lt"/>
                <a:ea typeface="+mn-ea"/>
                <a:cs typeface="+mn-cs"/>
                <a:sym typeface="Montserrat" panose="000005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7998" b="0" i="0" u="none" strike="noStrike" kern="1200" cap="none" spc="0" normalizeH="0" baseline="0" noProof="0" dirty="0">
                <a:ln>
                  <a:noFill/>
                </a:ln>
                <a:solidFill>
                  <a:srgbClr val="FFFFFF"/>
                </a:solidFill>
                <a:effectLst/>
                <a:uLnTx/>
                <a:uFillTx/>
                <a:latin typeface="Lexend SemiBold" pitchFamily="2" charset="77"/>
                <a:ea typeface="+mn-ea"/>
                <a:cs typeface="Montserrat" panose="00000500000000000000" pitchFamily="2" charset="0"/>
                <a:sym typeface="Montserrat" panose="00000500000000000000" pitchFamily="2" charset="0"/>
              </a:rPr>
              <a:t>Vragen?</a:t>
            </a:r>
          </a:p>
        </p:txBody>
      </p:sp>
    </p:spTree>
    <p:extLst>
      <p:ext uri="{BB962C8B-B14F-4D97-AF65-F5344CB8AC3E}">
        <p14:creationId xmlns:p14="http://schemas.microsoft.com/office/powerpoint/2010/main" val="109973076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7.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0.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2.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3.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5.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meXio Light">
  <a:themeElements>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fontScheme name="Acolad">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600"/>
        </a:defPPr>
      </a:lstStyle>
    </a:txDef>
  </a:objectDefaults>
  <a:extraClrSchemeLst/>
  <a:extLst>
    <a:ext uri="{05A4C25C-085E-4340-85A3-A5531E510DB2}">
      <thm15:themeFamily xmlns:thm15="http://schemas.microsoft.com/office/thememl/2012/main" name="Presentation2" id="{5E8C6467-3FCF-45E2-823E-13D0C05D5583}" vid="{4BD5CE26-D102-4123-A983-D0D4390B1666}"/>
    </a:ext>
  </a:extLst>
</a:theme>
</file>

<file path=ppt/theme/theme3.xml><?xml version="1.0" encoding="utf-8"?>
<a:theme xmlns:a="http://schemas.openxmlformats.org/drawingml/2006/main" name="AmeXio Dark">
  <a:themeElements>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fontScheme name="Acolad">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600"/>
        </a:defPPr>
      </a:lstStyle>
    </a:txDef>
  </a:objectDefaults>
  <a:extraClrSchemeLst/>
  <a:extLst>
    <a:ext uri="{05A4C25C-085E-4340-85A3-A5531E510DB2}">
      <thm15:themeFamily xmlns:thm15="http://schemas.microsoft.com/office/thememl/2012/main" name="Presentation2" id="{5E8C6467-3FCF-45E2-823E-13D0C05D5583}" vid="{A6A3F37D-F7DE-4554-A0FE-9B8FD0B8E34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themeOverride>
</file>

<file path=ppt/theme/themeOverride2.xml><?xml version="1.0" encoding="utf-8"?>
<a:themeOverride xmlns:a="http://schemas.openxmlformats.org/drawingml/2006/main">
  <a:clrScheme name="AmeXio">
    <a:dk1>
      <a:srgbClr val="000000"/>
    </a:dk1>
    <a:lt1>
      <a:srgbClr val="FFFFFF"/>
    </a:lt1>
    <a:dk2>
      <a:srgbClr val="000000"/>
    </a:dk2>
    <a:lt2>
      <a:srgbClr val="FFFFFF"/>
    </a:lt2>
    <a:accent1>
      <a:srgbClr val="084771"/>
    </a:accent1>
    <a:accent2>
      <a:srgbClr val="D9E8F5"/>
    </a:accent2>
    <a:accent3>
      <a:srgbClr val="ED6C24"/>
    </a:accent3>
    <a:accent4>
      <a:srgbClr val="0A1C35"/>
    </a:accent4>
    <a:accent5>
      <a:srgbClr val="86ABD3"/>
    </a:accent5>
    <a:accent6>
      <a:srgbClr val="FFC155"/>
    </a:accent6>
    <a:hlink>
      <a:srgbClr val="EC6B23"/>
    </a:hlink>
    <a:folHlink>
      <a:srgbClr val="85ABD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1A271B3A088F4A89C1976303C8D5E8" ma:contentTypeVersion="9" ma:contentTypeDescription="Crée un document." ma:contentTypeScope="" ma:versionID="67f3e143820c11fa56e2433bed9253ee">
  <xsd:schema xmlns:xsd="http://www.w3.org/2001/XMLSchema" xmlns:xs="http://www.w3.org/2001/XMLSchema" xmlns:p="http://schemas.microsoft.com/office/2006/metadata/properties" xmlns:ns3="a45f2905-77ee-42bd-8228-49808a571fe5" targetNamespace="http://schemas.microsoft.com/office/2006/metadata/properties" ma:root="true" ma:fieldsID="4c5e0367a6c921998a88f5040935fa68" ns3:_="">
    <xsd:import namespace="a45f2905-77ee-42bd-8228-49808a571fe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5f2905-77ee-42bd-8228-49808a571fe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a45f2905-77ee-42bd-8228-49808a571fe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F0200F-1B76-47D1-800D-3A4A3D53E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5f2905-77ee-42bd-8228-49808a571f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9FD516-51B5-490D-973D-ECB69D157FE8}">
  <ds:schemaRefs>
    <ds:schemaRef ds:uri="http://www.w3.org/XML/1998/namespace"/>
    <ds:schemaRef ds:uri="http://purl.org/dc/dcmitype/"/>
    <ds:schemaRef ds:uri="http://schemas.microsoft.com/office/2006/metadata/properties"/>
    <ds:schemaRef ds:uri="http://schemas.openxmlformats.org/package/2006/metadata/core-properties"/>
    <ds:schemaRef ds:uri="a45f2905-77ee-42bd-8228-49808a571fe5"/>
    <ds:schemaRef ds:uri="http://schemas.microsoft.com/office/2006/documentManagement/types"/>
    <ds:schemaRef ds:uri="http://purl.org/dc/elements/1.1/"/>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790B4A44-066C-4BF1-93A8-A8C84E187B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1306</TotalTime>
  <Words>1086</Words>
  <Application>Microsoft Office PowerPoint</Application>
  <PresentationFormat>Widescreen</PresentationFormat>
  <Paragraphs>143</Paragraphs>
  <Slides>8</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8</vt:i4>
      </vt:variant>
    </vt:vector>
  </HeadingPairs>
  <TitlesOfParts>
    <vt:vector size="18" baseType="lpstr">
      <vt:lpstr>Aptos</vt:lpstr>
      <vt:lpstr>Aptos Display</vt:lpstr>
      <vt:lpstr>Arial</vt:lpstr>
      <vt:lpstr>Lexend Light</vt:lpstr>
      <vt:lpstr>Lexend Medium</vt:lpstr>
      <vt:lpstr>Lexend SemiBold</vt:lpstr>
      <vt:lpstr>Montserrat</vt:lpstr>
      <vt:lpstr>Office Theme</vt:lpstr>
      <vt:lpstr>AmeXio Light</vt:lpstr>
      <vt:lpstr>AmeXio Dark</vt:lpstr>
      <vt:lpstr>Delivery 5</vt:lpstr>
      <vt:lpstr>PowerPoint Presentation</vt:lpstr>
      <vt:lpstr>PowerPoint Presentation</vt:lpstr>
      <vt:lpstr>DEMO</vt:lpstr>
      <vt:lpstr>PowerPoint Presentation</vt:lpstr>
      <vt:lpstr>PowerPoint Presentation</vt:lpstr>
      <vt:lpstr>Volgende sprint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Verkuijlen,Bram A.G.M.</dc:creator>
  <cp:lastModifiedBy>Bram Verkuijlen</cp:lastModifiedBy>
  <cp:revision>42</cp:revision>
  <dcterms:created xsi:type="dcterms:W3CDTF">2025-09-26T11:13:52Z</dcterms:created>
  <dcterms:modified xsi:type="dcterms:W3CDTF">2025-11-27T12:20:48Z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0x010100261A271B3A088F4A89C1976303C8D5E8</vt:lpwstr>
  </property>
</Properties>
</file>